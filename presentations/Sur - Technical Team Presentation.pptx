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۱٫۱۹ تا ۲٫۸۳ میلیون سورن)؛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 بدون مجوز، حداکثر هر ۳۰ روز. عضو Active فعلی کرسی‌اش را حفظ می‌کند؛ کرسی خالی با پررأی‌ترین واجد پر می‌شود؛ جای عضو فعلی را فقط نامزدی با رأی اکیداً بیشتر از ضعیف‌ترین عضو می‌گیرد.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 ۳ رأی).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هر ۳۰ روز refreshBoard.</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دورهای آزمون Besu و وضعیت هر دور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دور آزمون مستند شده‌اند؛ دور جاری و معتبر برای کد فعلی دور چهارم (v4) است</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2651760"/>
                <a:gridCol w="2103120"/>
                <a:gridCol w="173736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دامنه و 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تاریخ</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۴نودی از صفر طبق runbook؛ سناریوهای A تا D (عضویت، تعلیق، جریمه، هیأت و خزانه) با تراکنش واقعی؛ دو یافتهٔ کامپایل و راه‌اندازی. نتایج آن برای کد فعلی معتبر نیست؛ فقط دانش عملیاتی نگه داشته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نسخه‌ی پیشین؛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۲۷ تا ۲۸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اول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از صفر، چرخهٔ کامل Registry، هیأت، خزانه، FoundationDAO، IdentityRegistry و هر دو مرحلهٔ بازیابی اضطراری. اجرا شد؛ فقط نتیجهٔ فاز توزیع پاداش آن دیگر معتبر نیست، چون پاداش هنوز با isValidator پرداخت می‌شد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پیش از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۲۸ تا ۲۹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(v2)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تأیید سیاست everActivated و اولین توزیع واقعی. پیش از اصلاحات L01 تا L07 اجرا شد، پس برای قراردادهایی که آن اصلاحات تغییرشان داده‌اند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با everActivated؛ شبکه‌ی ۴نودی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۳۰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(v3)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در چهار گذر پیاپی روی شبکه‌های Besu مستقل؛ جزئیات در پنج اسلاید دور چهارم (اسلایدهای ۳۷ تا ۴۱). تنها دوری که روی نسخهٔ فعلی کد اجرا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فعلی؛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 تا ۴ اکتبر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چهارم (v4)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بخش آمادگی production را اعلام نمی‌کند.</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اول (۲۷ تا ۲۸ سپتامبر): راه‌اندازی شبکه و یافته‌ها</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Besu ۲۶٫۹٫۰ روی ویندوز؛ شبکهٔ ۴نودی که بعداً ۵نودی شد؛ طبق runbook مالک؛ حدود ۲ ساعت؛ روی نسخه‌ی پیشین کد</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08415"/>
                <a:gridCol w="2286000"/>
              </a:tblGrid>
              <a:tr h="310896">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نتیجه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موضوع</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2179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probation ۳۰۰ ثانیه، recovery ۱۲۰، MASS_DEMOTION_WINDOW ۶۰، APPEAL_FILING_WINDOW ۱۲۰، APPEAL_VOTING_PERIOD ۱۸۰، DELIVERY_DISPUTE_GRACE_PERIOD ۱۲۰، exitCooldown ۱۲۰؛ سقف‌های خزانه ۱۰۰۰ و ۵۰۰۰ سورن؛ verifier یک آدرس آزمایشی؛ ولیدیتورهای seed برابر ۴ نود واقعی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پارامترهای آزمایشی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solc ۰٫۸٫۲۴ و بدون viaIR، خطای Stack too deep در distributeRewards دیده شد. در نسخهٔ آزمایشی با استخراج _prepareEpoch رفع شد؛ بدون تغییر در require، رویداد یا ترتیب اجرا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کامپایل</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نبود بلاک فعال‌سازی fork در config باعث Invalid opcode 0x1c (SHR) در getValidators شد؛ با homestead تا london در بلاک ۰ و zeroBaseFee رفع شد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hard-forkها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هر enode خطای Illegal char &lt;:&gt; می‌دهد (حتی با رشتهٔ ساختگی)؛ راه‌حل static-nodes.json در پوشهٔ داده‌ی هر نود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--bootnodes روی Besu ویندوز</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1323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storage با استقرار واقعی هر قرارداد روی Hardhat و محاسبهٔ slotهای mapping و array استخراج شد؛ round-trip روی Registry پیش از Besu برابر بود. روی هر چهار نود genesis hash، timestamp و eth_getCode(0x3333…3333) یکسان بود (۳۷٬۲۱۸ نویسه، sha256 ‏5e39eb51ab25…)</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genesis و storage</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qbft.validatorcontractaddress، بلاک‌های ۱ تا ۸ دقیقاً round-robin بین چهار ولیدیتور seed چرخید؛ یعنی چرخش از قرارداد خوانده می‌شود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انتخاب پیشنهاددهنده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سازنده‌ی helperهای _GenesisSeed بدون آرگومان بود؛ آرایهٔ Registry از ۷ به ۴ تقلیل یافت؛ verifier پیش‌فرض عوض شد؛ Board و FoundationDAO با state خالی استقرار یافتند، چون هیچ سناریویی به آن‌ها نیاز نداشت</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انحرافات از runbook</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199632"/>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دور روی نسخه‌ی پیشین کد بود؛ فقط دانش عملیاتی آن (fork، bootnodes، timestamp) هنوز راهنماست.</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اول: سناریوهای A تا D روی Besu</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1887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requestMembership با ۵۲۰٬۰۰۰ سورن (محاسبهٔ زنده)، انتظار واقعی ۳۰۰ ثانیه، recordActivation؛ isValidator و getValidators فوراً به‌روز شدند. نامزد پنجم که فقط یک EOA بود هرگز بلاک نساخت؛ هر پنج نوبت یک شکاف ثابت ۱۳ ثانیه‌ای (بلاک ۳ ثانیه + timeout دور ۱۰ ثانیه) دیده شد: رفتار درست تحمل‌خطای BFT نه عیب. پس از راه‌اندازی نود واقعی با همان کلید، بلاک ۱۷۳ را خودش ساخت و شکاف‌ها رفتند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A: عضویت و فعال‌سازی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recordSuspension در بلاک ۱۸۸ (decisionId ۲)؛ getValidators در فراخوانی بعدی ولیدیتور را حذف کرد. ۱۵ بلاک بعد با فاصلهٔ ۳ ثانیه و بدون شکاف، و ولیدیتور تعلیق‌شده دیگر پیشنهاد نداد. سؤال «زیر نصاب زنجیره می‌ایستد؟» آزموده نشد (۵ به ۴، بالاتر از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B: تعلیق و تطبیق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resolveMassFailureCheck معاف نکرد: ۱ از ۵ دقیقاً ۲۰٪ است و قرارداد «بیشتر از ۲۰٪» می‌خواهد (ترتیب A پیش از B/C مهم بود). confirmDelivery، انتظار ۱۳۰ ثانیه از پنجرهٔ اعتراض بدون fileAppeal و سپس executeUncontestedSlash موفق شد. چون وثیقهٔ مؤسس صفر است، جریمهٔ ۱٪ برابر ۰ wei بود؛ سازوکار تأیید شد، اثر مالی 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C: جریمهٔ بی‌اعتراض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خزانه با ۲۰۰۰ سورن پر شد؛ چهار ولیدیتور فعال registerIdentity، voteFor(self) و refreshBoard زدند و عضو هیأت شدند. proposeApproveBudget برای ۱۰۰ سورن actionId ۱ گرفت. رأی پیشنهاددهنده خودکار شمرده می‌شود (رأی چهارم صریح با already voted رد شد؛ اشتباه اسکریپت من بود نه قرارداد). با ۳ رأی، موجودی گیرنده از ۰ به دقیقاً ۱۰۰ سورن رسید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D: هیأت و خزانه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اثر مالی جریمه روی عضو پرداخت‌کننده و رفتار زیر نصاب در این دور آزموده نشد.</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یافته‌های دورهای دوم و سوم (۲۸ تا ۳۰ سپتامبر)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دور دوم: شبکهٔ ۱۵نودی و هر ۱۰ فاز. دور سوم: شبکهٔ ۴نودی با Besu ۲۶٫۹٫۰ و کد دارای سیاست everActivated. هر دو روی نسخه‌های پیشین کد</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076895"/>
                <a:gridCol w="301752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 / پیامد عملی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یافته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چرخهٔ کامل Registry (عضویت، تعلیق، معافیت جمعی، اعتراض، اختلاف تحویل، بازگشت، خروج، تغییر پارامتر)، بازطراحی refreshBoard، خزانه، FoundationDAO، IdentityRegistry و هر دو مرحلهٔ بازیابی اضطراری (N04) با تراکنش واقعی تأیید 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چرخهٔ قراردادها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اولین distributeRewards واقعی روی کد قدیمی (isValidator): از ۱۵ پیشنهاددهنده فقط ۴ نفری که هنوز فعال بودند پاداش گرفتند. همین رفتار بعداً مشکل شناخته شد و با everActivated عوض شد؛ نتیجهٔ این فاز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توزیع پاداش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 (یافتهٔ بحرانی عملیاتی دور دوم)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2179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مؤسسان genesis از بلاک صفر everActivated=true می‌گیرند و اولین توزیع واقعی موفق می‌شود؛ پرچم ماندگار است و آدرس ساختگی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حدود ۲٫۹۵ ثانیه برای هر بلاک، کمی سریع‌تر از ۳ ثانیه‌ی اسمی؛ چک سقف فیزیکی آن زمان دو بار به آن خورد و بعداً حذف شد (L03)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سرعت واقعی تولید بلاک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زنجیره تا فرارسیدن آن زمان بلاک نمی‌سازد و بدون خطا در لاگ شبیه قفل اجماع دیده می‌شود (حدود ۳۰ دقیقه جلوتر، حدود ۱۵ دقیقه معطلی)؛ timestamp را با فاصلهٔ کم از «اکنون» بگذارید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genesis با timestamp در آینده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نتایج نسخه‌ی فعلی کد در اسلایدهای دور چهارم (v4) آمده است.</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(v4): دامنه، گذرها و شمار نتایج</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Besu ۲۶٫۹٫۰، Java Temurin 25، solc ۰٫۸٫۲۴ با optimizer و بدون viaIR؛ یک میزبان ویندوز با ۵ تا ۶ فرایند نود برای هر شبکه؛ قراردادها بایت‌به‌بایت برابر Plan (هش ۱۳ فایل انگلیسی و ۱۳ فایل فارسی)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محیط</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601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گذر اول (۲ اکتبر): L01، L02، L04، L05، L07 و رگرسیون everActivated. گذر تکمیلی (۳ اکتبر): تکرار L05 با پیش‌شرط درست، حسابداری مستقل D02، گروه‌های E و F. گذر دوم: آزمون ترکیبی Net-F6، اسکن A14، تکرار F07. گذر سوم: C-L04-6 با seed درست و پوشش گروه A روی شبکه‌های تکمیلی. گذر چهارم (۴ اکتبر): رفع A09 و C-L04-6b</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چهار گذر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۹۰ PASS، ۰ FAIL، ۶ SUPERSEDED، ۱ NOT-RUN؛ شمارش با اسکریپت از خود جدول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شمار ردیف‌ها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7548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هیچ ردیف FAIL باقی نمانده. A09-spec (گذر سوم) FAIL بود: lastBoardRefreshAt در genesis آزمایشی صفر بود، یعنی شکاف ابزار آزمایشی نه نقص قرارداد؛ در گذر چهارم اصلاح و با کنترل منفی تأیید شد و ردیفش SUPERSEDED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FAIL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چهار ردیف اولیهٔ C-L05 (با پیش‌شرط نادرست)، ردیف A09-spec و اجرای اول C-L04-6b (انتظار اشتباه در اسکریپت)؛ همگی با اجرای دوباره جایگزین شدند و برای شفافیت نگه داشته شده‌اند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۶ ردیف SUPERSEDED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baseline (قراردادهای دست‌نخورده)؛ test-fork (سه ثابت زمانی فشرده، شاهد baseline نیست)؛ شبیه‌سازی با eth_call (چیزی استخراج نمی‌شود)؛ TEST-ONLY-SEED (state نوشته‌شده مستقیم در genesis)؛ benchmark مصنوعی (گروه E)</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۵ نوع شاهد (جدا از هم)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همه پاک: هیچ ناهمخوانی هش، هیچ توزیع بالاتر از سقف، هیچ پرداخت به آدرس هرگز-فعال‌نشده و هیچ رأی نامعتبر پذیرفته‌شده‌ای دیده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توقف‌های بحرانی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همه‌ی اجراها روی یک میزبان بودند و این جدول آمادگی production را اعلام نمی‌کند.</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چهارم: نتایج تأییدشده — شبکه، ولیدیتورها و حکمرانی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تزریق شش قرارداد با code و storage مستقیم در alloc کار کرد و هش eth_getCode با کامپایل برابر بود. A14: در ۲۰ genesis هیچ حساب یا slot ناخواسته‌ای نبود (کنترل منفی هر ۴ دست‌کاری را گرفت) و ریشه‌ی state بلاک ۰ در ۲۱ شبکه با alloc برابر بود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genesis و storage</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تعلیق، فعال‌سازی، بازگشت و تعلیق هم‌زمان دو ولیدیتور با QBFT و validatorcontractaddress. B06: ۱٬۰۰۲ بررسی isValidator در برابر getValidators بدون اختلاف (فقط ≈۵۱۲ بلاک اخیر). B07: miner(N) در Registry@(N−1) برای ۱۷ بلاک نمونه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ولیدیتورها (گروه B)</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قفل فاصله‌ی تغییر سهم در نقطه‌ی اجرا؛ اختیار زنده‌ی هیأت و نسخه‌ی ترکیب (C-L02، C-L05-3a/3b)؛ snapshot واجدان رأی (C-L04)؛ سقف و حکمرانی نرخ با نصاب منجمد و رد اجرای زودهنگام (C-L05-1 تا ۳)؛ ترتیب صعودی (C-L07)؛ سیاست everActivated (C-REG-2)</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اصلاحات L01 تا L07</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عضو افزوده‌شده پس از ساخت پیشنهاد روی آن رأی نمی‌دهد ولی روی پیشنهادهای بعدی مجاز است؛ عضو حذف‌وافزوده‌شده روی پیشنهاد باز دوباره با «already voted» رد می‌شود بدون شمارش مضاعف؛ نصاب پیشنهاد باز در هر دو جهت منجمد است (C-L04-6 و 6b، هر کدام یک اجرا روی یک شبکه)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رأی عضو افزوده یا حذف‌شده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A01 تا A13 و A15 روی ۱۱ شبکه‌ی دوقلو با genesis یکسان برای ۱۵ شبکه‌ی تکمیلی (هم‌ارزی ۱۵ از ۱۵؛ A07 و A08 پاک). تنها شکست گذر سوم A09-spec بود؛ پس از اصلاح ابزار آزمایشی، ۴۳۸ ثانیه پس از genesis فراخوانی refreshBoard با پیام دقیق رد شد. مرز ۳۰ روز آزموده نشد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گروه A روی شبکه‌های تکمیلی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تسویه، هماهنگی نرخ پاداش و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351215"/>
                <a:gridCol w="274320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D01 تا D03 و D06 پاس. حسابداری مستقل برای D02 روی Net-D3 و برای آزمون ترکیبی Net-F6: عبور از transition در بلاک ۱۰۰ با بلاک‌های غیرخالی، کارمزد عادی، کارمزد عضویت و ورودی مستقیم؛ R دقیقاً برابر سقف؛ سوزاندن ۳۰٪ فقط روی کارمزد عادی. D04 و D05 فقط روی fork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تسویه (گروه 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قالب transitions.qbft سند پذیرفته شد؛ پاداش از بلاک X (شامل خودش) عوض می‌شود و تاریخچه‌ی قرارداد در همان بلاک، بدون اختلاف یک‌بلاکی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transition پاداش (F01، F02)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پاداش واقعی بیشتر از سقف رد می‌شود و state تغییر نمی‌کند؛ پاداش کمتر از سقف می‌گذرد. F04: تراکنش استخراج‌شده روی Net-F3؛ روی Net-F6 فقط eth_call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سقف پاداش (F03، F04)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تغییر فایل genesis و ری‌استارت یکی‌یکی نودها کافی است و زنجیره نایستاد؛ بدون ری‌استارت اثری ندارد. نود ناهماهنگ یا تازه‌واردی با genesis قدیمی در بلاک X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ری‌استارت و نود ناهماهنگ (F05 تا F07)</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≈۱۳۷٬۶۰۰ گس به‌ازای هر payee و ≈۲٬۸۱۰ گس به‌ازای هر تغییر نرخ داخل بازه. سنگین‌ترین ترکیب (۱۵۰ payee، k=۳۹۹): تخمین ۲۲٬۱۸۸٬۲۳۹ و گس واقعی ۲۱٬۹۹۲٬۴۷۰. در ۱۵M گس شش ترکیب از ۲۵ ترکیب جا نشد. این اعداد gasLimit تولیدی را تعیین نمی‌کنند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هزینه‌ی گس (گروه E، benchmark)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D04، D05 و F04 روی Net-F6 به‌ترتیب شاهد fork و شبیه‌سازی‌اند، نه baseline.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یافته‌های عملیاتی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40</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442655"/>
                <a:gridCol w="2651760"/>
              </a:tblGrid>
              <a:tr h="310896">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genesis فقط هنگام راه‌اندازی خوانده می‌شود؛ نودی که transition را نداشته باشد در بلاک X با «World State Root does not match» رد می‌شود. با یک نود ناهماهنگ از ۵، چهار نود باقی‌مانده (دقیقاً نصاب) با تأخیر ≈۱۰ ثانیه در نوبت آن نود ادامه دادند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هماهنگی transition</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قرارداد پاداش بیشتر از سقف را رد می‌کند ولی پاداش کمتر از نرخ مصوب را بی‌صدا می‌پذیرد؛ فقط ابزار بیرونی آن را می‌بیند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اختلاف نرخ</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خارج از ≈۵۱۲ بلاک اخیر (Bonsai) مقدار eth_getBalance برابر null و trace_block آرایه‌ی خالی است، بدون خطا؛ بازه‌ی ۲۳ساعته ≈۲۷٬۶۰۰ بلاک است</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داده‌ی تاریخی برای Router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هر distributeRewards در آزمون‌های واقعی ≈۹۴ تا ≈۱۳۶ SUR با gas price آزمایشی؛ در benchmark با ۱۵۰ payee ≈۲٬۱۹۹ SUR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موجودی گس اوراکل</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بلاک نامعتبر را مدام تکرار می‌کند (۱٬۱۱۱ بار در ≈۳۶ دقیقه) و حافظه با heap پیش‌فرض ظرف ≈۲ دقیقه از ≈۰٫۶ به ≈۷٫۵ گیگابایت رسید. OOM دیده نشد ولی نبود نشت اثبات نشد؛ نیازمند مداخله‌ی اپراتور</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نود با genesis ناهماهنگ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بیش از ۲۰ دقیقه بی‌صدا pending ماند (نه استخراج، نه رد)؛ ری‌استارت نودها pool را پاک کرد. یک بار دیده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تراکنش با پیش‌پرداخت ناکافی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debug_storageRangeAt و debug_accountRange روی نود Bonsai خالی برمی‌گردانند؛ A14 با مقایسه‌ی ریشه‌ی state انجام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ابزار مشاهده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بازگشت ولیدیتور به شکل مستندنشده به بسته‌شدن پرونده‌ی جریمه وابسته است؛ انتقال مستقیم به distributor هرگز توزیع نمی‌شود و در موجودی می‌ماند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رفتار قرارداد (نیازمند تصمیم)</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گزینه‌های طراحی این یافته‌ها هنوز انتخاب نشده‌اند.</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اجرانشده‌ها، محدودیت‌ها و موارد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ترکیبی زمان واقعی L (مرحله‌ی L4 در C-L05-4): پیشنهاد، تأخیر واقعی ۷روزه، اجرا، ≥۲۰۱٬۶۰۰ بلاک، عبور از startBlock و تسویه با نرخ جدید. دو نیمه‌اش جدا شاهد دارند ولی هرگز با هم اجرا نشدند. برنامه‌ی اجرا (≈۱۵ روز) فقط نوشته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اجرانشده (۱ مورد)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F04 روی Net-F6 فقط شبیه‌سازی؛ D04 و D05 فقط fork؛ B07 فقط ۱۷ بلاک؛ A14 فقط genesis و ریشه‌ی state بلاک ۰؛ A09-fix فقط رد پیش از ۳۰ روز و ۳۳ شبکه‌ی قدیمی مقدار صفر را نگه می‌دارند؛ C-L04-6 و 6b هر کدام یک اجرا؛ F07 یک پنجره‌ی ≈۳۶ دقیقه‌ای؛ همه تک‌میزبان</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محدودیت ردیف‌های اجراشده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۱۸۰روزه‌ی تغییر سهم، انقضای ۳۰روزه‌ی پیشنهادها و refresh ۳۰روزه‌ی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غیرقابل‌آزمون روی Besu</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رفع «پاداش واقعی &gt; سقف» برای بازه‌ی گذشته؛ تصمیم gasLimit تولیدی؛ پیاده‌سازی و آزمون RewardRouter؛ صفحه‌ی حکمرانی نرخ در داشبورد؛ ابزار genesis تولیدی (T02) که باید lastBoardRefreshAt را برابر timestamp genesis بنویسد و assert کند؛ این الزام موجود پروژه است، نه تصمیم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باز، و Besu آن‌ها را نمی‌بندد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رویه‌ی اپراتوری هماهنگی transition؛ هشدار اختلاف نرخ؛ نود archive برای Router؛ تأمین موجودی گس اوراکل؛ توصیه‌ی heap؛ سرنوشت ورودی مستقیم به distributor؛ بررسی موجودی پیش از ارسال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تصمیم‌های انتخاب‌نشده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42</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دور چهارم (۲ تا ۴ اکتبر ۲۰۲۶) روی نسخه‌ی فعلی کد و Besu ۲۶٫۹٫۰ اجرا شد، با شبکه‌ی مستقل برای هر خانواده‌ی آزمون و ثبت شواهد، روی میزبان تکی. مسیر زمان واقعی اجرا نشد و سه ثابت زمانی فقط روی fork آزمایشی فشرده شدند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43</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L1 تا L3 روی fork فشرده تأیید شد؛ L4 (زمان واقعی) اجرا نشده. فرض عملیاتی: لزوم تغییر فایل و ری‌استارت و رفتار نودهای ناهم‌زمان آزموده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2026-10-04T03:33:48Z</dcterms:created>
  <dcterms:modified xsi:type="dcterms:W3CDTF">2026-10-04T03:33:48Z</dcterms:modified>
</cp:coreProperties>
</file>