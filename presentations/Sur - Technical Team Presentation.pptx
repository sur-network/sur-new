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0"/>
            <a:ext cx="3227832" cy="6858000"/>
          </a:xfrm>
          <a:prstGeom prst="rect">
            <a:avLst/>
          </a:prstGeom>
          <a:solidFill>
            <a:srgbClr val="37474F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326880" y="91440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012680" y="210312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698480" y="329184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384280" y="448056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509760" y="5120640"/>
            <a:ext cx="1188720" cy="11887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8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5208" y="5276088"/>
            <a:ext cx="877824" cy="87782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22860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ارائه به تیم فنی بنیاد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743200"/>
            <a:ext cx="7955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پیاده‌سازی فنی طرح جدید سور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420624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 هشت قرارداد، چهار اوراکل، چهار سرویس آف‌چین — کامل و جامع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نمای کلی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دستور جلسه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معماری کلی: شش قرارداد ساختاری genesis-injected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بررسی کامل هر قرارداد: توابع، حاکمیت، نقاط اعتماد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همه‌ی اوراکل‌ها و مکانیزم کلیدگردانی هرکدام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چهار سرویس آف‌چین و جریان کاری هرکدام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زیرساخت مشترک: Vault، Docker، ابزار genesis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امنیت: یافته‌های بررسی اولیه و سؤالات باز فنی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معماری کلی: شش قرارداد genesis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آدرس‌های ثابت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قرارداد ساختاری و وابستگی‌ها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قرارداد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می‌شناسد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FoundationDAO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0x1111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(کاملاً ایزوله)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BlockRewardDistributor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0x2222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Registry, Treasury, 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ValidatorsRegistry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0x3333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Treasury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ValidatorsBoard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0x4444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Registry, Distributor, Treasury, IdentityRegistry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ValidatorsTreasury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0x5555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Registry, 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IdentityRegistry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0x6666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 (فقط چرخش کلید)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دیپلوی genesis-injected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چرا این قراردادها با تراکنش عادی دیپلوی نمی‌شوند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 هرگز واقعاً روی زنجیره‌ی اصلی اجرا نمی‌شود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برای ۳ قرارداد با mapping/آرایه‌ی پیچیده (FoundationDAO, ValidatorsRegistry, ValidatorsBoard) روی یک زنجیره‌ی موقت شبیه‌سازی می‌شود؛ ۳ قرارداد دیگر (BlockRewardDistributor, ValidatorsTreasury, IdentityRegistry) با نوشتن مستقیم مقادیر اسکالر در alloc، بدون شبیه‌سازی. در هردو حالت فقط code و storage نهایی در alloc بلاک genesis تزریق می‌شود.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l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بدون نیاز به wire() بعد از دیپلوی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آدرس هر شش قرارداد از قبل معلوم است (SurAddresses.sol)، هرکدام آدرس بقیه را مستقیم constant می‌کنند.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B71C1C"/>
          </a:solidFill>
          <a:ln/>
        </p:spPr>
        <p:txBody>
          <a:bodyPr/>
          <a:p/>
        </p:txBody>
      </p:sp>
      <p:pic>
        <p:nvPicPr>
          <p:cNvPr id="15" name="Image 2" descr="/home/claude/deck2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block.timestamp داخل constructor قابل‌اتکا نیست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باید مستقیم داخل سورس constructor فایل کمکی هاردکد شود (نه به‌عنوان آرگومان — این فایل‌ها بدون آرگومان دیپلوی می‌شوند).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قرارداد به قرارداد — کامل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FoundationDAO.sol — 0x1111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 / نصاب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proposeAddMember / proposeRemoveMember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دوسوم (۱۰/۱۵)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proposeSendETH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دوسوم (۱۰/۱۵)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proposeSendERC20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اکثریت ساده (۸/۱۵)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proposeExecute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اکثریت ساده (۸/۱۵) — فراخوانی دلخواه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vote(proposalId)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رسیدن به نصاب = اجرای خودکار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getMemberCount / getAllMembers / getProposal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— هرکسی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FoundationDAO — حاکمیت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نکات حاکمیتی کلیدی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5" name="Image 0" descr="/home/claude/deck2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ایزوله از کنترل خروجی — فقط یک ورودی خودکار می‌شناسد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proposeRequestTreasuryBudget (بودجه‌ی کمپین) کاملاً حذف شد. اتصال بیرونی: چرخش identityOracle (خروجی، proposeExecute) + دریافت خودکار ۱۵٪ کل بلاک‌ریوارد از BlockRewardDistributor (ورودی، بدون فراخوانی بنیاد).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0" name="Image 1" descr="/home/claude/deck2/icons/k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proposeExecute تنها مسیر تعامل با قراردادهای دیگر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استفاده‌شده برای چرخش paymentOracle (SurenSale) و identityOracle (IdentityRegistry) — هردو با نصاب اکثریت ساده.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2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ValidatorsRegistry.sol — 0x3333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5829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requestMembership()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payable — هرکسی، وثیقه+کارمزد طبق منحنی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recordActivation / recordSuspension / recordPreExitViolation / recordRecovery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verifier — فقط هنگام تغییر وضعیت (هش شواهد)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resolveMassFailureCheck / confirmDelivery / fileAppeal / confirmSlash / executeUncontestedSlash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مسیر معافیت جمعی ← تحویل ← اعتراض ← رأی مجمع (بخشی permissionless)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requestExit() / withdrawStake()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خودِ ولیدیتور؛ خروج فوراً وظیفه را پایان می‌دهد؛ برداشت بعد از ۷ روز؛ مبلغ درگیر پرونده محفوظ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setEntryThresholdBase / setGrowthFactorPerValidator / setMembershipFeeBps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setVerifier(addr)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پارامترهای امنیتی (slashBps, recoveryPeriod, exitCooldown, ...)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رأی کامل مجمع ولیدیتورها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ValidatorsRegistry — نکات فنی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منحنی اقتصادی و لایوینس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cub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منحنی fixed-point نمایی برای هزینه‌ی ورود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entryThresholdBase × growthFactorPerValidator^paidValidatorCount — exponentiation-by-squaring، ۱۸ رقم دقت؛ پایه ۵۰۰,۰۰۰ سورن، دوبرابر هر ۴۰ ولیدیتور پرداخت‌کننده (نه ۷ مؤسس رایگان genesis-seeded).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تصمیم‌های وضعیت آف‌چین جایگزین کامل heartbeat/reportLiveness شد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نسبت ۹۵٪ و همه‌ی بررسی‌ها آف‌چین محاسبه می‌شود؛ روی زنجیره فقط تصمیم تغییر وضعیت + هش شواهد ثبت می‌شود.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5" name="Image 2" descr="/home/claude/deck2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اینجا فقط برای تصمیم‌های وضعیت است، نه هویت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کامل (registerIdentity، KYC) به IdentityRegistry منتقل شد.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ماشین‌حالت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تشخیص و حذف خودکار غیرفعال‌ها — Status enum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cub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Probation (1)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requestMembership؛ نیازمند حضور در admin_peers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2" name="Image 1" descr="/home/claude/deck2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(2)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recordActivation بعد از probation و نسبت ۹۵٪+ (محاسبه‌ی آف‌چین)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9" name="Image 2" descr="/home/claude/deck2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Demoted (3)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recordSuspension توسط verifier بعد از ۴ ساعت غیرفعالیِ تأییدشده — حذف فوری از مجموعه‌ی فعال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26" name="Image 3" descr="/home/claude/deck2/icons/syn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بازگشت یا خروج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recordRecovery حداقل recoveryPeriod بعد، فقط اگر پرونده‌ی معلقی نمانده؛ جریمه‌ی slashBps بلافاصله اجرا نمی‌شود (رخداد جمعی ← تحویل ← اعتراض/رأی)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2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ValidatorsBoard.sol — 0x4444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voteFor(candidate) / unvoteFor(candidate)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ولیدیتور Active با هویت ثبت‌شده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refreshBoard()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permissionless — حداکثر هر ۳۰ روز (هیأت خالی: هر زمان)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clearStaleVotes(validator)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permissionless — بعد از recoveryPeriod+30 روز Demoted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proposeRotateOracle / proposeRotateVerifier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عضو هیأت — رأی داخلی اکثریت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proposeApproveBudget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عضو دارای اختیار — حداقل ۳ رأی، در سقف‌های خزانه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proposeSetEntryThresholdBase / GrowthFactor / MembershipFeeBps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عضو هیأت — رأی داخلی اکثریت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ValidatorsBoard — حاکمیت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۵ صندلی؛ رأی آزاد، ترکیب ماهانه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syn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رأی آزاد و دائمی؛ ترکیب عادی هر ۳۰ روز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refreshBoard() حداکثر هر ۳۰ روز ترکیب را اعمال می‌کند؛ صفر رأی به‌تنهایی هیأت را خالی نمی‌کند — عضو فعلی کرسی‌اش را حفظ می‌کند؛ درخواست خروج اختیار عضو را فوراً قطع و جانشین را فعال می‌کند؛ کمتر از ۳ عضو دارای اختیار = توقف پرداخت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شش اختیار تفویضی — دقیقاً همین‌ها، نه بیشتر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هیچ پارامتر امنیتی بنیادین (slashBps، recoveryPeriod و مشابه) در اختیار هیأت نیست.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5" name="Image 2" descr="/home/claude/deck2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پیش‌نیاز رأی: IDENTITY_REGISTRY.hasIdentity()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نه دیگر REGISTRY.hasIdentity — این تغییر مستقیم روی این قرارداد اثر گذاشت.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ValidatorsTreasury.sol — 0x5555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تنها مسیر خرج: هیأت، در سقف‌های مجمع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11658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مسیر / نصاب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proposeCapChange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ولیدیتور Active — رأی مجمع + تأخیر ۷روزه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voteCapChange / applyPendingCapChange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رأی مجمع؛ اعمال فقط بعد از ۷ روز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boardApproveExpenditure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 — هر پرداخت ≤ ۵۰٬۰۰۰ و مجموع ۳۰روزه ≤ ۲۰۰٬۰۰۰ سورن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BlockRewardDistributor.sol — 0x2222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مکانیزم دریافت و توزیع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9326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جنبه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توضیح فنی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دریافت ریوارد/فی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اعتبار مستقیم state-trie (miningbeneficiary) — بدون فراخوانی، بدون event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distributeRewards(range{from,to}, validators[], blocksMined[], totalRewards, totalFees)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distributionOracle، هر epoch (~۲۳ ساعت)؛ بازه باید دقیقاً بعد از lastSettledBlock شروع شود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تقسیم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۱۵٪ کل ریوارد → FoundationDAO (ثابت)؛ ۵۰٪ پیش‌فرض کل ریوارد (حکمرانی‌شونده ۴۰-۶۵٪) → مستقیم ولیدیتورها؛ باقی‌مانده → ValidatorsTreasury؛ از فی معمولی ۳۰٪ سوزانده، ۷۰٪+۱۰۰٪ کارمزد عضویت → ولیدیتورها به نسبت بلاک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setDistributionOracle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IdentityRegistry.sol — 0x6666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registerIdentity(personType, name)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هرکسی — خوداظهاری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hasIdentity(addr) / getVerificationStatus(addr)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— هرکسی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setPhoneVerified / setTelegramVerified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identityOracle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setKycVerified(addr, bool, commitment)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identityOracle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migrateIdentity(oldAddr, newAddr)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identityOracle — بازیابی بعد از گم‌شدن کلید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setIdentityOracle(addr)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FoundationDAO (از طریق proposeExecute)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IdentityRegistry — معماری سه‌لایه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ششمین قرارداد ساختاری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لایه ۱و۲: خوداظهاری + وریفای موبایل/تلگرام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منتقل‌شده از ValidatorsRegistry، بدون تغییر منطقی.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لایه ۳: kycVerified + kycCommitment (اختیاری)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فقط هش نمکین برای اثبات عدم‌دستکاری — هرگز برای matching استفاده نمی‌شود.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B71C1C"/>
          </a:solidFill>
          <a:ln/>
        </p:spPr>
        <p:txBody>
          <a:bodyPr/>
          <a:p/>
        </p:txBody>
      </p:sp>
      <p:pic>
        <p:nvPicPr>
          <p:cNvPr id="15" name="Image 2" descr="/home/claude/deck2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کوئری «تطبیق» همیشه API آف‌چین است، هرگز تراکنش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پارامتر ورودی خودِ تراکنش هم در calldata عمومی زنجیره قابل‌مشاهده است.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SurenSale.sol — قرارداد جدا (نه genesis)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receive()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هرکسی — تأمین مالی از FoundationDAO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currentPriceToman() / isSaleActive()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— مستقل از هر گزارشی، از block.timestamp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reportPayment(buyer, tomanAmount, ref)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paymentOracle — با چک processedPayments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setPaymentOracle(addr)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FoundationDAO (از طریق proposeExecute)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sweepUnsold(to)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FoundationDAO — فقط بعد از پایان دوره‌ی فروش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همه‌ی اوراکل‌ها و کلیدگردانی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چهار کلید عملیاتی مستقل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نقش، قرارداد میزبان، و مسیر چرخش هرکدام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  <a:gridCol w="2766060"/>
                <a:gridCol w="2766060"/>
              </a:tblGrid>
              <a:tr h="9326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اوراکل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قرارداد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نقش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توسط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distributionOracle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BlockRewardDistributor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توزیع ریوارد/فی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verifier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لایوینس ولیدیتور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identityOracle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وریفای موبایل/تلگرام/KYC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paymentOracle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SurenSale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پرداخت تأییدشده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اصل طراحی کلیدها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چرا این تفکیک عمدی است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 کلید (distributionOracle، verifier) زیر نظر هیأت‌مدیره‌ی ولیدیتورها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هردو مستقیماً به امنیت/اقتصاد شبکه‌ی ولیدیتوری مربوط‌اند.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fingerpr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 کلید دیگر (identityOracle، paymentOracle) زیر نظر بنیاد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احراز هویت و فروش توکن، مسئولیت بنیاد است، نه امنیت شبکه‌ی ولیدیتوری.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5" name="Image 2" descr="/home/claude/deck2/icons/ke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 چهار کلید در HashiCorp Vault — کاملاً جدا از هم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هیچ‌کدام کلید مشترک ندارند؛ هرکدام policy/token مستقل خودشان را دارند.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سرویس‌های آف‌چین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چهار سرویس مستقل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نقش هرکدام و کلید عملیاتی‌شان</a:t>
            </a:r>
            <a:endParaRPr lang="en-US" sz="2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9326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سرویس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نقش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RewardRouter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محاسبه و توزیع دوره‌ای ریوارد/فی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distributionOracle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Verifier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احراز موبایل/تلگرام + گزارش liveness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PaymentReporter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پرداخت تأییدشده به SurenSale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paymentOracle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Identity Service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یکپارچه‌سازی eKYC + matching API برای دپ‌ها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identityOracle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RewardRouter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جریان کاری هر epoch (~۲۳ ساعت)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اسکن بلاک‌ها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lastSettledBlock+1 تا head−1 — بدون margin (QBFT نهایی‌شدن فوری دارد)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2" name="Image 1" descr="/home/claude/deck2/icons/cub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trace_block + receipt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ریوارد از trace، فی از gasUsed×effectiveGasPrice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9" name="Image 2" descr="/home/claude/deck2/icons/syn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+ چک isValidator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فقط آدرس‌های هنوز معتبر لحظه‌ی ارسال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26" name="Image 3" descr="/home/claude/deck2/icons/ke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distributeRewards()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بازه‌ی دقیق و پیوسته؛ امضا با کلید Vault؛ state فقط بعد از تأیید واقعی commit می‌شود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2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کشف IP از admin_peers، نه خوداظهاری خام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ولیدیتور فقط nodeID (بخش ثابت enode) را ثبت می‌کند، نه IP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نود مانیتورینگ verifier با admin_peers، IP فعلی را زنده از لایه‌ی P2P می‌خواند.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الگوریتم دقیق: Probation = حضور در admin_peers، Active = تولید واقعی بلاک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پنجره‌ی ~۴۸۰۰ بلاک (۴ ساعت)؛ صرف نبود بلاک کافی نیست — فرصت مشارکت و سلامت شبکه هم بررسی می‌شود.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5" name="Image 2" descr="/home/claude/deck2/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یک Verifier؛ افزونگی فقط برای دسترس‌پذیری: نمونه‌ی polling جانشین + سرویس امضای مشترک (نه چندناظری)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 ارزان و تکرارپذیر؛ امضا متمرکز و امن (Vault) — جدا از هم طراحی شده‌اند.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PaymentReporter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واسط بین درگاه پرداخت و SurenSale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mo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دریافت webhook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درگاه پرداخت بانکی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2" name="Image 1" descr="/home/claude/deck2/icons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تأیید مستقل مجدد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هرگز فقط به webhook اعتماد نمی‌شود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9" name="Image 2" descr="/home/claude/deck2/icons/ke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reportPayment()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امضا با کلید Vault، جدا از verifier/distributionOracle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26" name="Image 3" descr="/home/claude/deck2/icons/warn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خطا = پیجینگ فوری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سناریوی «پول گرفته، سورن نرفته» نیازمند رسیدگی دستی سریع است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2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Service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یکپارچه‌سازی eKYC و matching API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5" name="Image 0" descr="/home/claude/deck2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کوئری «تطبیق» همیشه API آف‌چین است، هرگز تراکنش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خودِ پارامتر ورودی تراکنش هم در calldata عمومی زنجیره قابل‌مشاهده است.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0" name="Image 1" descr="/home/claude/deck2/icons/secr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داده‌ی خام (تصویر، بیومتریک) فقط پیش سرویس‌دهنده‌ی eKYC می‌ماند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 فقط نتیجه (verified: true/false) و یک session reference نگه می‌داریم.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2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زیرساخت مشترک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استاندارد پروژه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HashiCorp Vault + Docker Compose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5" name="Image 0" descr="/home/claude/deck2/icons/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همه‌ی کلیدهای عملیاتی در Vault — نه env variable خام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distributionOracle، verifier، paymentOracle، identityOracle — هرکدام policy/token جدا.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0" name="Image 1" descr="/home/claude/deck2/icons/dock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 سرویس آف‌چین: نود مانیتورینگ/RPC + signer + poller جدا در کانتینر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الگوی یکسان در هر چهار سرویس، برای نگه‌داری ساده‌تر و افزونگی مستقل هرکدام.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5" name="Image 2" descr="/home/claude/deck2/icons/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برای هر سرویس — هماهنگ در کل پروژه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کافی برای سرویس‌های تک‌پردازشی و زمان‌بندی‌شده.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ابزار genesis + بلاک اکسپلورر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زیرساخت راه‌اندازی و شفافیت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cub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ابزار ساخت genesis.json — هنوز اجرا نشده، فقط طراحی شده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برای ۳ قرارداد (FoundationDAO, ValidatorsRegistry, ValidatorsBoard): دیپلوی روی زنجیره‌ی موقت (Anvil/Hardhat)، استخراج storage. برای ۳ قرارداد دیگر (BlockRewardDistributor, ValidatorsTreasury, IdentityRegistry): نوشتن مستقیم اسکالرها در alloc، بدون شبیه‌سازی.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 اکسپلورر: Blockscout — فقط پیکربندی، نه توسعه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اتصال به RPC سور، chainId=262، verify کردن سورس هر شش قرارداد.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2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امنیت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یافته‌ی بررسی دستی اولیه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reentrancy در FoundationDAO — بدون nonReentrant، ولی امن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4572000"/>
          </a:xfrm>
          <a:prstGeom prst="roundRect">
            <a:avLst>
              <a:gd name="adj" fmla="val 1200"/>
            </a:avLst>
          </a:prstGeom>
          <a:solidFill>
            <a:srgbClr val="263238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49377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_vote(...) private {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require(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p.status == Pending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(p.votes &gt;= required) {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_execute(p);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status -&gt; Executed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BEFORE external .call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172200" y="178308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۹ محل .call{value...} در کل مجموعه — همه require(success) دارند</a:t>
            </a:r>
            <a:endParaRPr lang="en-US" sz="125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FoundationDAO بدون nonReentrant، ولی CEI pattern درست رعایت شده</a:t>
            </a:r>
            <a:endParaRPr lang="en-US" sz="125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ValidatorsRegistry/Treasury/BlockRewardDistributor از nonReentrant استفاده می‌کنند</a:t>
            </a:r>
            <a:endParaRPr lang="en-US" sz="125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این فقط یک الگو بود — دامنه‌ی کامل حسابرسی رسمی باید ادامه یابد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8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برای تیم فنی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سؤالات فنی باز</a:t>
            </a:r>
            <a:endParaRPr lang="en-US" sz="24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مورد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وضعیت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نصاب دوسوم برای چرخش paymentOracle اگر مبالغ بزرگ‌تر شد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نیازمند تغییر کد FoundationDAO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عدد دقیق CONFIRMATIONS برای RewardRouter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حل شد — حذف کامل (QBFT نهایی‌شدن فوری)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یکسان‌سازی کتابخانه (viem/ethers.js) بین سرویس‌ها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حل شد — هر دو روی viem یکسان شدند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اجرای واقعی ابزار genesis.json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هنوز انجام نشده — طراحی کامل، پیاده‌سازی باقی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انتخاب شرکت حسابرسی امنیتی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باز — sur-security-audit-plan.md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جمع‌بندی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جزئیات کامل هر سرویس/قرارداد در پوشه‌های contracts/ و offchain-services/ موجود است — آماده‌ی شروع پیاده‌سازی هستیم.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2026-08-28T12:08:50Z</dcterms:created>
  <dcterms:modified xsi:type="dcterms:W3CDTF">2026-08-28T12:08:50Z</dcterms:modified>
</cp:coreProperties>
</file>