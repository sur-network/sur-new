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42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  <Relationship Id="rId42" Type="http://schemas.openxmlformats.org/officeDocument/2006/relationships/slide" Target="slides/slide36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وضعیت را ثبت می‌کند (recordActivation / recordSuspension / recordRecovery) — نه با هر بررسی، فقط وقتی وضعیت واقعاً عوض شود. بررسی آف‌چین هر ساعت است؛ تعلیق پس از ۴ ساعت غیرفعالیِ تأییدشده.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کل بلاک‌ریوارد، مستقل از سهم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فقط افزودن/حذف عضو نیازمند دوسوم آرا؛ بقیه (خرج سورن، 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بدون کنترل اجماع؛ فقط کلید اوراکل هویت/پرداخت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(getValidators)؛ صلاحیت پرداخت everActivated + N−1؛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تنها مسیر خرج: هیأت، زیر سقف‌ها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مرجع اجماع و نهادهای مالی از نظر سازمانی جدا هستند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بنیاد: حکمرانی داخلی + دو اوراکل هویت/پرداخت؛ ولیدیتورها: اجماع و اقتصاد شبکه. این تفکیک سازمانی است، نه نبود هرگونه هم‌پوشانی قدرت.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«کدام عضو، چقدر» از قبل مشخص و افشا شده و مهلت اعتراض داشته — تصمیم تقسیمِ بعدی حذف می‌شود؛ ارزیابی اصل مبلغ بدهی همچنان شاهد مستقل می‌خواهد.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۵۹.۲٪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(انتشار ÷ عرضه‌ی ابتدای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۹.۳۵٪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 (همان تعریف)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از block.timestamp محاسبه می‌شود، نه از گزارش اوراکل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 (بدون بازخرید)؛ پس از گزارش paymentOracle قرارداد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ماه: ابتدا ۴۵ روز گذار کنترل‌شده، سپس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fa-IR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fa-IR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fa-IR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fa-IR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fa-IR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۱۵٪ ثابت → بنیاد؛ ۵۰٪ پیش‌فرض (حکمرانی‌شونده، ۴۰-۶۵٪) → مستقیم بین ولیدیتورها؛ ۳۵٪ باقی‌مانده → خزانه‌ی مشترک ولیدیتورها (ValidatorsTreasury)</a:t>
            </a:r>
            <a:endParaRPr lang="fa-IR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fa-IR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از فی معمولی تراکنش‌ها: ۳۰٪ سوزانده می‌شود، ۷۰٪ + ۱۰۰٪ کارمزد عضویت → بین تولیدکنندگان بلاک‌های بازه، به نسبت بلاک؛ خروج/تعلیق بعدی پاداش کار قبلی را حذف نمی‌کند</a:t>
            </a:r>
            <a:endParaRPr lang="fa-IR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fa-IR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fa-IR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fa-I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fa-I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دوره‌ی بازگشت، cooldown خروج، سقف‌های خزانه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آزاد و پیوسته؛ ترکیب هر ۳۰ روز با حداکثر یک تعویض؛ خروج = قطع فوری اختیار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در توزیع بعدی بین تولیدکنندگان بلاک به نسبت بلاک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خرج از خزانه (تنها مسیر)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حداقل ۳ رأی؛ هر پرداخت ≤ ۵۰٬۰۰۰ و مجموع ۳۰روزه ≤ ۲۰۰٬۰۰۰ سورن (سقف‌ها را مجمع تعیین می‌کند)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تصمیم‌های وضعیت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پس از ۴ ساعت غیرفعالیِ تأییدشده (در اولین بررسی ساعتیِ بعدی) وضعیت را ثبت می‌کند و ولیدیتور فوراً از مجموعه‌ی فعال خارج می‌شود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 برای کار آینده پاداشی ندارد؛ پاداش بلاک‌های تولیدشده‌ی قبلی حذف نمی‌شود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حداقل ۴۸ ساعت بعد، اگر نسبت موفقیت لایوینس (۹۵٪+، با حداقل تعداد بررسی کافی) دوباره برقرار شود،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 فقط با روند شواهد و اعتراض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جریمه‌ی وثیقه (۱٪) بلافاصله اجرا نمی‌شود: بررسی رخداد جمعی، تحویل شواهد، مهلت ۷۲ساعته‌ی اعتراض و در صورت اعتراض رأی مجمع؛ نبود نصاب = رد جریمه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فقط افزودن/حذف عضو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خرج سورن (proposeSendETH)،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اوراکل‌های مرتبط با اجماع ندارد (جز دو اوراکل عملیاتی خودش: هویت و پرداخت)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۸ رأی از ۱۵ عضو لازم است (اکثریت ساده — نه دوسوم)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۲۰ میلیون حداقل است، نه سقف؛ کانال هیأت فقط تا سقف خزانه کمک می‌کند (برآورد حدود ۲.۴ میلیون در سال) — کمبود ۱۹ تا ۴۵ میلیون بدون افزایش سقف و منبع دیگر پوشش نمی‌یابد.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انباشت ~۳۶.۷۹M تا سال پنجم؛ توان خرج ≈۱۲.۲M (برآورد)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ثابت بنیاد و سهم مستقیم حکمرانی‌شونده‌ی ولیدیتورها (پیش‌فرض ۵۰٪)، (~۷.۳۶ میلیون سورن در سال)، بدون احتساب کارمزد عضویت (اکنون مستقیم بین ولیدیتورها)/اسلش — ولی خرج فقط از مسیر هیأت و زیر سقف ۲۰۰هزار در ۳۰ روز است (≈۱۲.۲M در پنج سال، مشترک بین همه‌ی گیرندگان).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کرده؛ این‌که سورن دقیقاً در کدام دسته جا می‌گیرد، نیازمند تأیید مستقل حقوقی است.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آستانه‌ی توقف جریمه‌ی دسته‌جمعی (فعلاً ۲۰٪)؛ مهلت احیا پیش از بازیابی اضطراری؛ آزمون اجرایی تعلیق ۴ساعته و بازیابی اضطراری روی Besu؛ اجرای Besu روی کد فعلی (پس از L01–L03)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تأمین کمبود ۱۹ تا ۴۵ میلیون سورن (افزایش سقف خزانه یا منبع دیگر)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تأیید وضعیت ثبت با سند رسمی؛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 (ادامه)</a:t>
            </a:r>
            <a:endParaRPr lang="fa-IR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موضوعات نیازمند تصمیم</a:t>
            </a:r>
            <a:endParaRPr lang="fa-IR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موضوع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N04 — حذف غیرتنبیهی نود مفقود؛ هویت هفت مسئول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تصمیم — گزینه‌ی B تأیید نشده؛ پیش‌فرض فعلی A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گم‌شده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تصمیم — مهاجرت هویت، وثیقه و جایگاه ولیدیتوری را منتقل نمی‌کند؛ مسیر انتقال هماهنگ عضویت طراحی نشده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سرقت‌شده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تصمیم — هیچ سازوکار ابطال کلید روی زنجیره وجود ندارد؛ مسئله‌ای جدا از کلید گم‌شده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محصول و تقاضا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تصمیم — برنامه‌ی تقاضای قابل‌اندازه‌گیری تعریف نشده؛ بند E01 ممیزی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سرمایه و عرضه‌ی قابل‌قفل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تصمیم — هدف رشد با وثیقه و عرضه تطبیق نشده؛ بند E02 ممیزی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شواهد آزمون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fa-IR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کد فعلی فقط روی Hardhat آزموده شده؛ اجرای Besu باز است</a:t>
                      </a:r>
                      <a:endParaRPr lang="fa-IR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fa-IR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fa-IR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