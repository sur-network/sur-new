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وضعیت را ثبت می‌کند (recordActivation / recordSuspension / recordRecovery) — نه با هر بررسی، فقط وقتی وضعیت واقعاً عوض شود. بررسی آف‌چین هر ساعت است؛ تعلیق پس از ۴ ساعت غیرفعالیِ تأییدشده.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کمپین همچنان بدون اتصال کدی است؛ فقط هزینه‌ی جاری بنیاد (۱۵٪ کل بلاک‌ریوارد، مستقل از سهم خزانه) اکنون خودکار و مستقیم منتقل می‌شود.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فقط افزودن/حذف عضو نیازمند دوسوم آرا؛ بقیه (خرج سورن، 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— سه ردیف مجزا (تصمیم تازه)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ردیف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مقدار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مقصد / مصرف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۱. توسعه‌ی اکوسیستم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۲۰,۰۰۰,۰۰۰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 بنیاد — توسعه/آموزش/تبلیغات، فروش پگ ۶ماهه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۲. جبران ولیدیتورهای شبکه‌ی قبلی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🔶 نامشخص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به آدرس ولیدیتورهای سابق — جبران خسارت، نه هدیه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۳. تسویه‌ی بدهی بنیاد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۱۵,۵۳۰,۰۰۰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و ردیفی به آدرس شخصی هر طلبکار — افشاشده، بدون اعتراض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چرا ردیفی، نه یک‌جا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منطق تخصیص مستقیم ردیف ۳ در genesis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بزرگ‌ترین طلبکاران، خودِ اعضای هیأت‌مدیره‌اند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خودشان + حقوق مدیرعامل (عضو هیأت) + قرض‌های شخصی‌شان به بنیاد.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پرداخت دسته‌جمعی به یک آدرس مشترک = تضاد منافع آشکار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همان افراد باید بعداً رأی می‌دادند چطور بین خودشان تقسیم شود.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5" name="Image 2" descr="/home/claude/deck1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راه‌حل: تخصیص مستقیم و ردیفی در خودِ genesis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فهرست دقیق «کدام عضو، چقدر» از قبل مشخص است، نیازی به هیچ رأی‌گیری‌ای نیست — شفافیت کامل، بدون تضاد منافع.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اثر روی تورم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پایه‌ی genesis بزرگ‌تر = تورم سال اول ملایم‌تر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۳۵.۵۳M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پایه‌ی جدید genesis (ردیف ۱+۳، بدون ردیف ۲)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۳۷.۲٪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اول (به‌جای رقم بسیار بالاتر با پایه‌ی قدیم)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۸.۶٪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دهم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جدول باید دوباره به‌روزرسانی شود وقتی مبلغ دقیق ردیف ۲ (جبران ولیدیتورهای شبکه‌ی قبلی) مشخص شد.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 (فقط ردیف ۱)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ماه: ابتدا ۴۵ روز گذار کنترل‌شده، سپس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۱۵٪ ثابت → بنیاد؛ ۵۰٪ پیش‌فرض (حکمرانی‌شونده، ۴۰-۶۵٪) → مستقیم بین ولیدیتورها؛ ۳۵٪ باقی‌مانده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از فی معمولی تراکنش‌ها: ۳۰٪ سوزانده می‌شود، ۷۰٪ + ۱۰۰٪ کارمزد عضویت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دوره‌ی بازگشت، cooldown خروج، سقف‌های خزانه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آزاد و پیوسته؛ ترکیب عادی هر ۳۰ روز؛ بدون عزل اضطراری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بین ولیدیتورهای فعال تقسیم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حداقل ۳ رأی؛ هر پرداخت &lt; ۵۰٬۰۰۰ و مجموع ۳۰روزه ≤ ۲۰۰٬۰۰۰ سورن (سقف‌ها را مجمع تعیین می‌کند)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تصمیم‌های وضعیت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پس از ۴ ساعت غیرفعالیِ تأییدشده (در اولین بررسی ساعتیِ بعدی) وضعیت را ثبت می‌کند و ولیدیتور فوراً از مجموعه‌ی فعال خارج می‌شود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لحظه، سهم ریوارد/فی به این ولیدیتور دیگر تعلق نمی‌گیرد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حداقل ۴۸ ساعت بعد، اگر نسبت موفقیت لایوینس (۹۵٪+، با حداقل تعداد بررسی کافی) دوباره برقرار شود،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جریمه فقط با روند شواهد و اعتراض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جریمه‌ی وثیقه (۱٪) بلافاصله اجرا نمی‌شود: بررسی رخداد جمعی، تحویل شواهد، مهلت ۷۲ساعته‌ی اعتراض و در صورت اعتراض رأی مجمع؛ نبود نصاب = رد جریمه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فقط افزودن/حذف عضو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خرج سورن (proposeSendETH)،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(ردیف ۱)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اوراکل‌های مرتبط با اجماع ندارد (جز دو اوراکل عملیاتی خودش: هویت و پرداخت)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۸ رأی از ۱۵ عضو لازم است (اکثریت ساده — نه دوسوم)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ایده‌های کسب‌وکاری — به‌روزرسانی شد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مزیت‌های واقعی پلتفرم — ۱۲ مورد مستند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حکمرانی کدمحور، بدون فورک کلاینت — در sur-competitive-advantages.md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تراکنش‌های محرمانه (Zether) — افزوده‌ی تازه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 و قرارداد اسکلت آماده؛ نیازمند تصمیم فورک پیاده‌سازی آدیت‌شده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۱۰۰ ایده‌ی کسب‌وکاری/دپ مستندشده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فاکتورینگ تا صرافی غیرمتمرکز — در sur-dapp-business-ideas.md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ردیف ۱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توان مالی واقعی: ~۳۶.۷۹ میلیون سورن تجمعی تا سال پنجم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پس از کسر ۱۵٪ ثابت بنیاد و سهم مستقیم حکمرانی‌شونده‌ی ولیدیتورها (پیش‌فرض ۵۰٪)، (~۷.۳۶ میلیون سورن در سال)، بدون احتساب کارمزد عضویت (اکنون مستقیم بین ولیدیتورها)/اسلش — پوشش بخش بزرگی از کمبود چندساله‌ی بنیاد.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کرده؛ این‌که سورن دقیقاً در کدام دسته جا می‌گیرد، نیازمند تأیید مستقل حقوقی است.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توزیع genesis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مبلغ دقیق کل و فهرست ردیف ۲ (جبران ولیدیتورهای شبکه‌ی قبلی)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آستانه‌ی توقف جریمه‌ی دسته‌جمعی (فعلاً ۲۰٪)؛ مهلت احیا پیش از بازیابی اضطراری؛ آزمون اجرایی تعلیق ۴ساعته و بازیابی اضطراری روی Besu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تیم و مشاوران؛ تاریخ‌های دقیق نقشه‌ی راه (پیشینه و فازبندی ✅ تکمیل شدند)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2026-08-29T07:15:10Z</dcterms:created>
  <dcterms:modified xsi:type="dcterms:W3CDTF">2026-08-29T07:15:10Z</dcterms:modified>
</cp:coreProperties>
</file>