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تابع کاملاً حذف شد. بنیاد هیچ اتصال کدی به خزانه‌ی ولیدیتورها ندارد — کاملاً ایزوله و مستقل.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به خزانه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یک دوره‌ی بازگشت مشخص، اگر دوباره لایوینس تأیید شود، بدون هیچ جریمه‌ای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دوره‌ی بازگشت، خروج رسمی با cooldown؛ بخشی از وثیقه طبق درصد اسلش کسر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پیشنهادی برای دپ‌ها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رجیستری هویت مشترک + رجیستری رسمی کسب‌وکار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دپ‌ها به‌جای ساخت KYC مستقل، از زیرساخت مشترک استفاده می‌کنند.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داوری/حل اختلاف عمومی + سرویس ثبت‌زمان اسناد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زیرساخت‌های پرکاربرد برای دپ‌های تجاری، آماده برای استفاده‌ی مشترک.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بومی قیمت + سرویس نام‌گذاری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نیازهای رایج دپ‌های مالی، بدون وابستگی به زیرساخت خارجی.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~۵۲.۵۶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از سهم ۵۰٪ ریوارد (~۱۰.۵ میلیون سورن در سال)، بدون احتساب کارمزد عضویت/اسلش — کافی برای پوشش کل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پیشینه‌ی پروژه، تیم، نقشه‌ی راه با تاریخ مشخص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