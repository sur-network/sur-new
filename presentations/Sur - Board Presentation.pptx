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4572000" cy="45720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هیأت‌مدیره‌ی بنیاد سور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ساختار جدید بلاک‌چین سور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2519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بازطراحی کامل معماری فنی، حکمرانی، و اقتصادی — نسخه‌ی جامع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مشکلات نسخه‌ی قبلی و راه‌حل هرکدام در طرح جدید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کامل: شش قرارداد ساختاری و نقش هرکدام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توزیع توکن اولیه (genesis) و توزیع ریوارد/فی جاری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ولیدیتورها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بنیاد، و نحوه‌ی خرج از کیف‌پول بنیاد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مزیت‌های رقابتی، نقشه‌ی راه بازاریابی، و بودجه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وضعیت حقوقی و تصمیمات باز نیازمند تأیید شما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مشکلات نسخه‌ی قبلی و راه‌حل‌ها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لایوینس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اثبات فعال‌بودن واقعی نود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verifier وضعیت را ثبت می‌کند (recordActivation / recordSuspension / recordRecovery) — نه با هر بررسی، فقط وقتی وضعیت واقعاً عوض شود. بررسی آف‌چین هر ساعت است؛ تعلیق پس از ۴ ساعت غیرفعالیِ تأییدشده.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خودِ ولیدیتور تراکنش heartbeat می‌فرستاد — این فقط ثابت می‌کرد یک کیف‌پول می‌تواند امضا کند، نه این‌که یک نود واقعی و سالم در حال اجراست.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کاربران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جداسازی از منطق ولیدیتوری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قرارداد کاملاً مستقل IdentityRegistry (ششمین قرارداد ساختاری) — برای کل کاربران شبکه، نه فقط ولیدیتورها؛ حتی لایه‌ی KYC اختیاری هم دارد.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(نام، وریفای موبایل/تلگرام) داخل ValidatorsRegistry تعریف شده بود — مخلوط با منطق کاملاً متفاوت ولیدیتوری.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رابطه‌ی بنیاد و خزانه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استقلال کامل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کمپین همچنان بدون اتصال کدی است؛ فقط هزینه‌ی جاری بنیاد (۱۵٪ کل بلاک‌ریوارد، مستقل از سهم خزانه) اکنون خودکار و مستقیم منتقل می‌شود.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تابع (proposeRequestTreasuryBudget) مستقیم بنیاد را به خزانه‌ی ولیدیتورها متصل می‌کرد.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ماهیت توکن سورن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سادگی و اطمینان بیشتر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سورن ارز بومی خودِ زنجیره است (دقیقاً مثل ETH روی اتریوم) — انتقال با msg.value ساده، بدون پیچیدگی قرارداد جدا.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فرض اولیه این بود که سورن یک توکن قراردادی (ERC20) است — نیازمند مدیریت approve/transferFrom جداگانه.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رأی‌گیری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تمایز ریسک تصمیمات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دوگانه: فقط افزودن/حذف عضو نیازمند دوسوم آرا؛ بقیه (خرج سورن، ERC20، Execute) اکثریت ساده.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انواع پیشنهاد (افزودن عضو، خرج پول، اجرای دلخواه) یک نصاب یکسان (اکثریت ساده) داشتند.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کامل: شش قرارداد ساختاری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 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و نقش هرکدام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 کامل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حکمرانی داخلی بنیاد (۱۵ عضو) — بدون کنترل اجماع؛ فقط کلید اوراکل هویت/پرداخت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دریافت خودکار ریوارد+فی، توزیع دوره‌ای بین ولیدیتورها و خزانه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مرجع اجماع (getValidators)؛ صلاحیت پرداخت everActivated + N−1؛ وثیقه، لایوینس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هیأت ۵نفره‌ی ولیدیتورها؛ شش اختیار تفویضی محدود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ValidatorsTreasury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خزانه‌ی مشترک ولیدیتورها؛ تنها مسیر خرج: هیأت، زیر سقف‌ها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هویت کل کاربران شبکه؛ کنترل دست بنیاد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معماری امن‌تر است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مرجع اجماع و نهادهای مالی از نظر سازمانی جدا هستند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بنیاد: حکمرانی داخلی + دو اوراکل هویت/پرداخت؛ ولیدیتورها: اجماع و اقتصاد شبکه. این تفکیک سازمانی است، نه نبود هرگونه هم‌پوشانی قدرت.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 در genesis با آدرس ثابت — بدون نیاز به سیم‌کشی بعدی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از قبل معلوم است، هرکدام آدرس بقیه را مستقیم در کد هاردکد می‌کنند.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توکن اولیه و جاری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— سه ردیف مجزا (تصمیم تازه)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اولیه‌ی سورن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ردیف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مقدار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مقصد / مصرف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۱. توسعه‌ی اکوسیستم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۲۰,۰۰۰,۰۰۰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 بنیاد — توسعه/آموزش/تبلیغات، فروش پگ ۶ماهه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۲. جبران ولیدیتورهای شبکه‌ی قبلی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🔶 نامشخص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به آدرس ولیدیتورهای سابق — جبران خسارت، نه هدیه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۳. تسویه‌ی بدهی بنیاد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۱۵,۵۳۰,۰۰۰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و ردیفی به آدرس شخصی هر طلبکار — افشاشده، بدون اعتراض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چرا ردیفی، نه یک‌جا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منطق تخصیص مستقیم ردیف ۳ در genesis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بزرگ‌ترین طلبکاران، خودِ اعضای هیأت‌مدیره‌اند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حقوق خودشان + حقوق مدیرعامل (عضو هیأت) + قرض‌های شخصی‌شان به بنیاد.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  <p:txBody>
          <a:bodyPr/>
          <a:p/>
        </p:txBody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پرداخت دسته‌جمعی به یک آدرس مشترک = تضاد منافع آشکار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همان افراد باید بعداً رأی می‌دادند چطور بین خودشان تقسیم شود.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  <p:txBody>
          <a:bodyPr/>
          <a:p/>
        </p:txBody>
      </p:sp>
      <p:pic>
        <p:nvPicPr>
          <p:cNvPr id="15" name="Image 2" descr="/home/claude/deck1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راه‌حل: تخصیص مستقیم و ردیفی در خودِ genesis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فهرست «کدام عضو، چقدر» از قبل مشخص و افشا شده و مهلت اعتراض داشته — تصمیم تقسیمِ بعدی حذف می‌شود؛ ارزیابی اصل مبلغ بدهی همچنان شاهد مستقل می‌خواهد.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اثر روی تورم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پایه‌ی genesis بزرگ‌تر = تورم سال اول ملایم‌تر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۳۵.۵۳M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پایه‌ی جدید genesis (ردیف ۱+۳، بدون ردیف ۲)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۵۹.۲٪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اول (انتشار ÷ عرضه‌ی ابتدای سال)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۹.۳۵٪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دهم (همان تعریف)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جدول باید دوباره به‌روزرسانی شود وقتی مبلغ دقیق ردیف ۲ (جبران ولیدیتورهای شبکه‌ی قبلی) مشخص شد.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پگ ۶ماهه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SurenSale — فروش خودکار و شفاف (فقط ردیف ۱)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شروع: ۱۰۰ تومان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قیمت از block.timestamp محاسبه می‌شود، نه از گزارش اوراکل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پله‌ی ۳٪ ماهانه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رشد مرکب هاردکد؛ پایان دوره ~۱۱۶ تومان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یک‌طرفه، خودکار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می‌فروشد (بدون بازخرید)؛ پس از گزارش paymentOracle قرارداد سورن را می‌فرستد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بازار آزاد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۶ ماه: ابتدا ۴۵ روز گذار کنترل‌شده، سپس عرضه/تقاضا قیمت را تعیین می‌کند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جریان ریوارد بلاک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ریوارد جاری — هر بلاک ۲ سورن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۲ سورن هر بلاک، مستقیم و خودکار به BlockRewardDistributor واریز می‌شود (بدون فراخوانی قرارداد)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۱۵٪ ثابت → بنیاد؛ ۵۰٪ پیش‌فرض (حکمرانی‌شونده، ۴۰-۶۵٪) → مستقیم بین ولیدیتورها؛ ۳۵٪ باقی‌مانده → خزانه‌ی مشترک ولیدیتورها (ValidatorsTreasury)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از فی معمولی تراکنش‌ها: ۳۰٪ سوزانده می‌شود، ۷۰٪ + ۱۰۰٪ کارمزد عضویت → بین تولیدکنندگان بلاک‌های بازه، به نسبت بلاک؛ خروج/تعلیق بعدی پاداش کار قبلی را حذف نمی‌کند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توزیع را سرویس آف‌چین RewardRouter هر ۲۳ ساعت محاسبه و اجرا می‌کند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ولیدیتورها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رکن ولیدیتوری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مجمع ولیدیتورها در مقابل هیأت‌مدیره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FF3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ولیدیتورها (کل ولیدیتورهای فعال)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هیأت‌مدیره‌ی ولیدیتورها (۵ عضو منتخب)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کامل برای پارامترهای امنیتی بنیادین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درصد اسلش، دوره‌ی بازگشت، cooldown خروج، سقف‌های خزانه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بالاترین سطح تصمیم‌گیری شبکه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فقط شش اختیار تفویضی محدود و صریح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آزاد و پیوسته؛ ترکیب هر ۳۰ روز با حداکثر یک تعویض؛ خروج = قطع فوری اختیار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پارامتر امنیتی بنیادین را نمی‌تواند تغییر دهد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تعهدات هر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و مسئولیت‌های ولیدیتور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قفل وثیقه هنگام عضویت (requestMembership) — مطابق منحنی هزینه‌ی ورود نمایی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پرداخت کارمزد عضویت (۴٪ وثیقه) — غیرقابل‌استرداد، در توزیع بعدی بین تولیدکنندگان بلاک به نسبت بلاک تقسیم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ثبت هویت پایه در IdentityRegistry — پیش‌نیاز رأی‌دادن در هیأت‌مدیره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وریفای موبایل و تلگرام — از طریق اپلیکیشن همراه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اجرای مداوم یک نود سالم — لایوینس به‌طور مستقل توسط verifier بررسی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امضای قرارداد حقوقی Validator Agreement؛ عدم مشارکت در اقدام هماهنگ برای خاموشی شبکه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اختیارات تفویضی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اختیار هیأت‌مدیره‌ی ولیدیتورها</a:t>
            </a:r>
            <a:endParaRPr lang="en-US" sz="2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اختیار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distributionOracle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سرویس RewardRouter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خرج از خزانه (تنها مسیر)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حداقل ۳ رأی؛ هر پرداخت ≤ ۵۰٬۰۰۰ و مجموع ۳۰روزه ≤ ۲۰۰٬۰۰۰ سورن (سقف‌ها را مجمع تعیین می‌کند)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entryThresholdBase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پایه‌ی منحنی هزینه‌ی ورود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growthFactorPerValidator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ضریب رشد نمایی همان منحنی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membershipFeeBps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کارمزد عضویت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verifier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تصمیم‌های وضعیت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پیامد غیرفعالی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چه اتفاقی می‌افتد وقتی سرور یک ولیدیتور از کار می‌افتد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تشخیص خودکار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پس از ۴ ساعت غیرفعالیِ تأییدشده (در اولین بررسی ساعتیِ بعدی) وضعیت را ثبت می‌کند و ولیدیتور فوراً از مجموعه‌ی فعال خارج می‌شود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توقف فوری درآمد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همان لحظه برای کار آینده پاداشی ندارد؛ پاداش بلاک‌های تولیدشده‌ی قبلی حذف نمی‌شود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فرصت بازگشت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حداقل ۴۸ ساعت بعد، اگر نسبت موفقیت لایوینس (۹۵٪+، با حداقل تعداد بررسی کافی) دوباره برقرار شود، به فعال برمی‌گردد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جریمه فقط با روند شواهد و اعتراض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جریمه‌ی وثیقه (۱٪) بلافاصله اجرا نمی‌شود: بررسی رخداد جمعی، تحویل شواهد، مهلت ۷۲ساعته‌ی اعتراض و در صورت اعتراض رأی مجمع؛ نبود نصاب = رد جریمه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بنیاد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عمومی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۱۵ عضو، دو نوع نصاب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دوسوم: فقط افزودن/حذف عضو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۱۰ رأی — تصمیمات با ریسک بالاتر.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  <p:txBody>
          <a:bodyPr/>
          <a:p/>
        </p:txBody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اکثریت ساده: خرج سورن (proposeSendETH)، انتقال ERC20، اجرای دلخواه (Execute)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۸ رأی — تصمیمات با انعطاف بیشتر ولی ریسک کنترل‌شده.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مأموریت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بنیاد سور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توسعه، آموزش، و تبلیغات اکوسیستم — طبق اساسنامه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مدیریت موجودی ۲۰میلیونی genesis (ردیف ۱) و اجرای فروش دوره‌ی قیمت ثابت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کنترلی روی شبکه، ولیدیتورها، یا اوراکل‌های مرتبط با اجماع ندارد (جز دو اوراکل عملیاتی خودش: هویت و پرداخت)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عضویت در بنیاد هیچ حقی را محدود نمی‌کند — یک نفر می‌تواند هم‌زمان عضو بنیاد و ولیدیتور باشد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مثال عملی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نحوه‌ی خرج از کیف‌پول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عضو proposeSendETH را با توضیح، مقصد، و مبلغ فراخوانی می‌کند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رأی‌گیری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سایر اعضا با vote(proposalId) موافقت خود را ثبت می‌کنند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رسیدن به نصاب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SendETH، حداقل ۸ رأی از ۱۵ عضو لازم است (اکثریت ساده — نه دوسوم)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اجرای خودکار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همان تراکنش رأی نهایی، انتقال سورن با .call انجام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بازاریابی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پیشنهادهای زیرساختی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ایده‌های کسب‌وکاری — به‌روزرسانی شد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مزیت‌های واقعی پلتفرم — ۱۲ مورد مستند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حکمرانی کدمحور، بدون فورک کلاینت — در sur-competitive-advantages.md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ga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تراکنش‌های محرمانه (Zether) — افزوده‌ی تازه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 و قرارداد اسکلت آماده؛ نیازمند تصمیم فورک پیاده‌سازی آدیت‌شده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5" name="Image 2" descr="/home/claude/deck1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۱۰۰ ایده‌ی کسب‌وکاری/دپ مستندشده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فاکتورینگ تا صرافی غیرمتمرکز — در sur-dapp-business-ideas.md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بازاریابی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برآورد کمبود بودجه — یک واقعیت روز اول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موجودی ردیف ۱ برای کل بازاریابی/توسعه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۳۹-۶۵M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 واقعی برای اجرای کامل رودمپ (۳-۵ سال)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~۲-۳x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نسبت کمبود نسبت به موجودی فعلی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۲۰ میلیون حداقل است، نه سقف؛ کانال هیأت فقط تا سقف خزانه کمک می‌کند (برآورد حدود ۲.۴ میلیون در سال) — کمبود ۱۹ تا ۴۵ میلیون بدون افزایش سقف و منبع دیگر پوشش نمی‌یابد.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واقعی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خزانه‌ی ولیدیتورها — یک منبع تکمیلی، نه فقط یک ایده روی کاغذ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کارکرد خزانه: بودجه‌ی ترویج خودگردانِ ولیدیتورها، نه پورسانت شخصی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هزینه‌ی جداگانه‌ای ندارد؛ رشد شبکه مستقیماً به نفع خودشان است (فی بیشتر، سورن باارزش‌تر) — همین انگیزه‌ی اقتصادی واقعی برای موافقت با کمک به بودجه‌ی بنیاد است.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  <p:txBody>
          <a:bodyPr/>
          <a:p/>
        </p:txBody>
      </p:sp>
      <p:pic>
        <p:nvPicPr>
          <p:cNvPr id="10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انباشت ~۳۶.۷۹M تا سال پنجم؛ توان خرج ≈۱۲.۲M (برآورد)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پس از کسر ۱۵٪ ثابت بنیاد و سهم مستقیم حکمرانی‌شونده‌ی ولیدیتورها (پیش‌فرض ۵۰٪)، (~۷.۳۶ میلیون سورن در سال)، بدون احتساب کارمزد عضویت (اکنون مستقیم بین ولیدیتورها)/اسلش — ولی خرج فقط از مسیر هیأت و زیر سقف ۲۰۰هزار در ۳۰ روز است (≈۱۲.۲M در پنج سال، مشترک بین همه‌ی گیرندگان).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وضعیت حقوقی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تفکیک صریح: توکن‌سازی در مقابل ابزار پرداخت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  <p:txBody>
          <a:bodyPr/>
          <a:p/>
        </p:txBody>
      </p:sp>
      <p:pic>
        <p:nvPicPr>
          <p:cNvPr id="5" name="Image 0" descr="/home/claude/deck1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ممنوعیت استفاده از رمزارز به‌عنوان ابزار پرداخت هنوز پابرجاست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به‌تازگی (آذر ۱۴۰۴) توسط معاون بانک مرکزی صریحاً تکرار شد.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 «توکن‌سازی» به‌طور صریح تشویق می‌شود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 این دو مقوله را رسماً از هم جدا کرده؛ این‌که سورن دقیقاً در کدام دسته جا می‌گیرد، نیازمند تأیید مستقل حقوقی است.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  <p:txBody>
          <a:bodyPr/>
          <a:p/>
        </p:txBody>
      </p:sp>
      <p:pic>
        <p:nvPicPr>
          <p:cNvPr id="15" name="Image 2" descr="/home/claude/deck1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توکن پگ‌شده به ریال همچنان مسدود است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مسیر فقط برای بانک مرکزی و بانک‌های دارای مجوز بانکی باز است.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تصمیمات باز نیازمند تأیید شما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جمع‌بندی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مهم‌ترین تصمیمات باز</a:t>
            </a:r>
            <a:endParaRPr lang="en-US" sz="2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دسته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 باز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توزیع genesis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مبلغ دقیق کل و فهرست ردیف ۲ (جبران ولیدیتورهای شبکه‌ی قبلی)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پارامترهای امنیتی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آستانه‌ی توقف جریمه‌ی دسته‌جمعی (فعلاً ۲۰٪)؛ مهلت احیا پیش از بازیابی اضطراری؛ آزمون اجرایی تعلیق ۴ساعته و بازیابی اضطراری روی Besu؛ اجرای Besu روی کد فعلی (پس از L01–L03)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بودجه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تأمین کمبود ۱۹ تا ۴۵ میلیون سورن (افزایش سقف خزانه یا منبع دیگر)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حسابرسی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انتخاب تیم حسابرسی امنیتی + منبع بودجه‌اش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حقوقی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تأیید وضعیت ثبت با سند رسمی؛ مشاوره‌ی حقوقی مستقل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سپیدنامه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تیم و مشاوران؛ تاریخ‌های دقیق نقشه‌ی راه (پیشینه و فازبندی ✅ تکمیل شدند)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 و گام‌های بعدی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فهرست کامل تصمیمات باز در سند «sur-master-open-items.md» موجود است — آماده‌ی پاسخ به سؤالات هیأت‌مدیره هستیم.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2026-08-29T07:15:10Z</dcterms:created>
  <dcterms:modified xsi:type="dcterms:W3CDTF">2026-08-29T07:15:10Z</dcterms:modified>
</cp:coreProperties>
</file>