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(پس از بررسی واقعی) می‌تواند reportLiveness بزند — برای Probation از admin_peers، برای Active از تولید واقعی بلاک.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تابع کاملاً حذف شد. بنیاد هیچ اتصال کدی به خزانه‌ی ولیدیتورها ندارد — کاملاً ایزوله و مستقل.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افزودن/حذف عضو و خرج سورن نیازمند دوسوم آرا؛ بقیه (ERC20،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کل موجودی اولیه به FoundationDAO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۰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سهم تیم یا سرمایه‌گذار خصوصی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۶ ماه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دوره‌ی فروش قیمت ثابت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هیچ تخصیص جداگانه‌ای به تیم یا سرمایه‌گذار — کل موجودی genesis فقط برای توزیع عمومی و توسعه‌ی اکوسیستم توسط بنیاد.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ماه،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این مبلغ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باقی‌مانده + ۱۰۰٪ فی تمام تراکنش‌ها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آستانه‌ی غیرفعالی، دوره‌ی بازگشت، cooldown خروج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انتخاب با رأی‌گیری تأییدی مستمر، بدون دوره‌ی ثابت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به خزانه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زیر سقف smallBudgetCap، از خزانه‌ی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گزارش لایوینس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عبور از آستانه‌ی غیرفعالی، هر شخصی (نه فقط بنیاد/هیأت) می‌تواند دموت را permissionless فعال 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لحظه، سهم ریوارد/فی به این ولیدیتور دیگر تعلق نمی‌گیرد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یک دوره‌ی بازگشت مشخص، اگر دوباره لایوینس تأیید شود، بدون هیچ جریمه‌ای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عدم بازگشت = خروج + اسلش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دوره‌ی بازگشت، خروج رسمی با cooldown؛ بخشی از وثیقه طبق درصد اسلش کسر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افزودن/حذف عضو، خرج سورن (proposeSendETH)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هیچ اوراکل عملیاتی‌ای ندارد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۱۰ رأی از ۱۵ عضو لازم است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پیشنهادی برای دپ‌ها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رجیستری هویت مشترک + رجیستری رسمی کسب‌وکار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دپ‌ها به‌جای ساخت KYC مستقل، از زیرساخت مشترک استفاده می‌کنند.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داوری/حل اختلاف عمومی + سرویس ثبت‌زمان اسناد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زیرساخت‌های پرکاربرد برای دپ‌های تجاری، آماده برای استفاده‌ی مشترک.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بومی قیمت + سرویس نام‌گذاری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نیازهای رایج دپ‌های مالی، بدون وابستگی به زیرساخت خارجی.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genesis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توان مالی واقعی: ~۵۲.۵۶ میلیون سورن تجمعی تا سال پنجم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از سهم ۵۰٪ ریوارد (~۱۰.۵ میلیون سورن در سال)، بدون احتساب کارمزد عضویت/اسلش — کافی برای پوشش کل کمبود چندساله‌ی بنیاد.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 — سورن در دسته‌ی دوم جا می‌گیرد.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اسلش، دوره‌ی cooldown خروج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پیشینه‌ی پروژه، تیم، نقشه‌ی راه با تاریخ مشخص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2026-08-29T06:28:08Z</dcterms:created>
  <dcterms:modified xsi:type="dcterms:W3CDTF">2026-08-29T06:28:08Z</dcterms:modified>
</cp:coreProperties>
</file>