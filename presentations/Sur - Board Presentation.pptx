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تابع کاملاً حذف شد. بنیاد هیچ اتصال کدی به خزانه‌ی ولیدیتورها ندارد — کاملاً ایزوله و مستقل.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کل موجودی اولیه به FoundationDAO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۰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سهم تیم یا سرمایه‌گذار خصوصی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۶ ماه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دوره‌ی فروش قیمت ثابت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هیچ تخصیص جداگانه‌ای به تیم یا سرمایه‌گذار — کل موجودی genesis فقط برای توزیع عمومی و توسعه‌ی اکوسیستم توسط بنیاد.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به خزانه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پیشنهادی برای دپ‌ها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رجیستری هویت مشترک + رجیستری رسمی کسب‌وکار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دپ‌ها به‌جای ساخت KYC مستقل، از زیرساخت مشترک استفاده می‌کنند.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داوری/حل اختلاف عمومی + سرویس ثبت‌زمان اسناد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زیرساخت‌های پرکاربرد برای دپ‌های تجاری، آماده برای استفاده‌ی مشترک.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بومی قیمت + سرویس نام‌گذاری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نیازهای رایج دپ‌های مالی، بدون وابستگی به زیرساخت خارجی.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genesis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پیشینه‌ی پروژه، تیم، نقشه‌ی راه با تاریخ مشخص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2026-08-28T12:07:28Z</dcterms:created>
  <dcterms:modified xsi:type="dcterms:W3CDTF">2026-08-28T12:07:28Z</dcterms:modified>
</cp:coreProperties>
</file>