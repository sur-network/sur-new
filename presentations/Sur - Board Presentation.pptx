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تابع کاملاً حذف شد. بنیاد هیچ اتصال کدی به خزانه‌ی ولیدیتورها ندارد — کاملاً ایزوله و مستقل.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افزودن/حذف عضو و خرج سورن نیازمند دوسوم آرا؛ بقیه (ERC20،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فهرست دقیق «کدام عضو، چقدر» از قبل مشخص است، نیازی به هیچ رأی‌گیری‌ای نیست — شفافیت کامل، بدون تضاد منافع.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۳۷.۲٪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(به‌جای رقم بسیار بالاتر با پایه‌ی قدیم)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۸.۶٪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ماه،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این مبلغ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باقی‌مانده + ۱۰۰٪ فی تمام تراکنش‌ها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به خزانه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عبور از آستانه‌ی غیرفعالی، هر شخصی (نه فقط بنیاد/هیأت) می‌تواند دموت را permissionless فعال 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یک دوره‌ی بازگشت مشخص، اگر دوباره لایوینس تأیید شود، بدون هیچ جریمه‌ای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عدم بازگشت = خروج + اسلش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دوره‌ی بازگشت، خروج رسمی با cooldown؛ بخشی از وثیقه طبق درصد اسلش کسر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افزودن/حذف عضو، خرج سورن (proposeSendETH)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هیچ اوراکل عملیاتی‌ای ندارد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۱۰ رأی از ۱۵ عضو لازم است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~۵۲.۵۶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از سهم ۵۰٪ ریوارد (~۱۰.۵ میلیون سورن در سال)، بدون احتساب کارمزد عضویت/اسلش — کافی برای پوشش کل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 — سورن در دسته‌ی دوم جا می‌گیرد.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اسلش، دوره‌ی cooldown خروج ولیدیتور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