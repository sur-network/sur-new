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49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ارائه به هیأت‌مدیره‌ی بنیاد سور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ساختار جدید بلاک‌چین سور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بازطراحی کامل معماری فنی، حکمرانی، و اقتصادی — از نسخه‌ی قبلی تا امروز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نمای کلی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دستور جلسه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600"/>
              </a:spcAft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چرا این بازطراحی لازم بود</a:t>
            </a:r>
            <a:endParaRPr lang="en-US" sz="1700" dirty="0"/>
          </a:p>
          <a:p>
            <a:pPr marL="0" indent="0" algn="r">
              <a:spcAft>
                <a:spcPts val="1600"/>
              </a:spcAft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معماری کلی: شش قرارداد ساختاری</a:t>
            </a:r>
            <a:endParaRPr lang="en-US" sz="1700" dirty="0"/>
          </a:p>
          <a:p>
            <a:pPr marL="0" indent="0" algn="r">
              <a:spcAft>
                <a:spcPts val="1600"/>
              </a:spcAft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حکمرانی: بنیاد، مجمع ولیدیتورها، هیأت‌مدیره</a:t>
            </a:r>
            <a:endParaRPr lang="en-US" sz="1700" dirty="0"/>
          </a:p>
          <a:p>
            <a:pPr marL="0" indent="0" algn="r">
              <a:spcAft>
                <a:spcPts val="1600"/>
              </a:spcAft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توکنومیکس و مدل فروش</a:t>
            </a:r>
            <a:endParaRPr lang="en-US" sz="1700" dirty="0"/>
          </a:p>
          <a:p>
            <a:pPr marL="0" indent="0" algn="r">
              <a:spcAft>
                <a:spcPts val="1600"/>
              </a:spcAft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هویت، امنیت، و ریسک‌های شناخته‌شده</a:t>
            </a:r>
            <a:endParaRPr lang="en-US" sz="1700" dirty="0"/>
          </a:p>
          <a:p>
            <a:pPr marL="0" indent="0" algn="r">
              <a:spcAft>
                <a:spcPts val="1600"/>
              </a:spcAft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مزیت‌های رقابتی و نقشه‌ی راه بازاریابی</a:t>
            </a:r>
            <a:endParaRPr lang="en-US" sz="1700" dirty="0"/>
          </a:p>
          <a:p>
            <a:pPr marL="0" indent="0" algn="r">
              <a:spcAft>
                <a:spcPts val="1600"/>
              </a:spcAft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وضعیت حقوقی و تصمیمات باز نیازمند تأیید شما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چرا این بازطراحی لازم بود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پیشینه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درس‌های نسخه‌ی قبلی پروژه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" name="Image 0" descr="/home/claude/deck1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قبلاً یک‌بار راه‌اندازی شده بود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 به دلایل فنی و حکمرانی متوقف شد — نسخه‌ی فعلی حاصل بازطراحی کامل بر پایه‌ی همان تجربه است.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1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اصل راهنمای بازطراحی: جداسازی کامل قدرت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هیچ نهاد یا نقش واحدی نباید هم‌زمان مرجع اجماع شبکه و مرجع مالی باشد.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deck1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زیرساخت فنی به‌طور کامل بازنویسی شد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شش قرارداد ساختاری، چهار سرویس آف‌چین، و یک مدل حکمرانی دوگانه از صفر طراحی شدند.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معماری کلی شبکه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شش قرارداد ساختاری genesis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قراردادهای اصلی و نقش هرکدام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قرارداد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آدرس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نقش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FoundationDAO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0x1111...1111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حکمرانی داخلی بنیاد — بدون کنترل روی شبکه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BlockRewardDistributor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0x2222...2222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دریافت و توزیع خودکار ریوارد/فی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ValidatorsRegistry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0x3333...3333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مرجع اجماع و پرداخت ولیدیتورها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ValidatorsBoard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0x4444...4444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هیأت ۵نفره با اختیارات تفویضی محدود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ValidatorsTreasury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0x5555...5555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خزانه‌ی مشترک ولیدیتورها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IdentityRegistry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0x6666...6666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مرجع هویت کل کاربران شبکه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طراحی genesis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چرا این قراردادها «نوشتنی» نیستن، «تزریق‌شدنی»‌ان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252603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1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69245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همه در بلاک genesis با آدرس ثابت مستقر می‌شوند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نه با تراکنش معمولی بعد از راه‌اندازی — کد و state نهایی از پیش محاسبه و مستقیم تزریق می‌شود.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92734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483489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1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500131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0005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نیاز به «سیم‌کشی» بعد از دیپلوی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36626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چون آدرس همه از قبل معلوم است، هرکدام آدرس بقیه را مستقیم در کد هاردکد می‌کنند.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حکمرانی: سه رکن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تفکیک قدرت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بنیاد در مقابل مجمع ولیدیتورها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3640" y="17373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FF3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مجمع ولیدیتورها (حاکم واقعی شبکه)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8B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بنیاد سور (نهاد حقوقی، ۱۵ عضو)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46888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کنترل کامل پارامترهای امنیتی و اقتصادی شبکه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رأی کامل برای تصمیمات حساس (آستانه‌ی ورود، اسلش)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خزانه‌ی مستقل خودشان (ValidatorsTreasury)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مسئول توسعه، آموزش، تبلیغات اکوسیستم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هیچ کنترلی روی شبکه، اوراکل‌ها، یا ولیدیتورها ندارد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نصاب دوسوم برای عضویت/خرج سورن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رکن سوم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هیأت‌مدیره‌ی ولیدیتورها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1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۵ صندلی ثابت، انتخاب با رأی‌گیری تأییدی مستمر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دوره‌ی زمانی ثابت — از‌دست‌دادن حمایت ولیدیتورها بلافاصله به از‌دست‌دادن جایگاه منجر می‌شود.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1/icons/gav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شش اختیار تفویضی محدود و صریح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چرخش کلید اوراکل، تصویب بودجه‌ی کوچک، سه پارامتر اقتصادی، چرخش کلید verifier — نه بیشتر.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deck1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هیچ پارامتر امنیتی بنیادین را نمی‌تواند تغییر دهد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آستانه‌ی ورود، درصد اسلش، آدرس قراردادهای اصلی همیشه نیازمند رأی کامل مجمع‌اند.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توکنومیکس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عرضه و انتشار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سیاست انتشار سورن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44240" cy="2377440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44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۲۰M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91840"/>
            <a:ext cx="316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موجودی اولیه‌ی genesis برای بنیاد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21480" y="1920240"/>
            <a:ext cx="3444240" cy="2377440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21480" y="2148840"/>
            <a:ext cx="344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۲/بلاک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358640" y="3291840"/>
            <a:ext cx="316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انتشار مستمر (~۲۱ میلیون سورن در سال)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94320" y="1920240"/>
            <a:ext cx="3444240" cy="2377440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94320" y="2148840"/>
            <a:ext cx="344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031480" y="3291840"/>
            <a:ext cx="316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سقف کل عرضه، بدون مکانیزم سوزاندن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نکته‌ی مهم: نرخ درصدی تورم به‌طور طبیعی کاهش می‌یابد (از ~۱۰۵٪ سال اول به زیر ۵٪ در سال بیستم) بدون هیچ مکانیزم halving — صرفاً چون پایه‌ی مقایسه هرسال بزرگ‌تر می‌شود.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توزیع اولیه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فروش دوره‌ی قیمت ثابت (۶ ماه)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589770" y="2377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1/icons/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65" y="25676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89770" y="22402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70966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شروع: ۱۰۰ تومان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09660" y="3886200"/>
            <a:ext cx="24917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قیمت پایه برای هر سورن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81060" y="2743200"/>
            <a:ext cx="228600" cy="0"/>
          </a:xfrm>
          <a:prstGeom prst="line">
            <a:avLst/>
          </a:prstGeom>
          <a:noFill/>
          <a:ln w="19050">
            <a:solidFill>
              <a:srgbClr val="C9CE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69430" y="2377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1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625" y="25676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69430" y="22402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پله‌ی ۳٪ ماهانه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89320" y="3886200"/>
            <a:ext cx="24917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رشد مرکب، تا پایان دوره ~۱۱۶ تومان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60720" y="2743200"/>
            <a:ext cx="228600" cy="0"/>
          </a:xfrm>
          <a:prstGeom prst="line">
            <a:avLst/>
          </a:prstGeom>
          <a:noFill/>
          <a:ln w="19050">
            <a:solidFill>
              <a:srgbClr val="C9CE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49090" y="2377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deck1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285" y="256763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149090" y="22402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26898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فروش یک‌طرفه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268980" y="3886200"/>
            <a:ext cx="24917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بنیاد فقط می‌فروشد، هرگز بازخرید نمی‌کند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040380" y="2743200"/>
            <a:ext cx="228600" cy="0"/>
          </a:xfrm>
          <a:prstGeom prst="line">
            <a:avLst/>
          </a:prstGeom>
          <a:noFill/>
          <a:ln w="19050">
            <a:solidFill>
              <a:srgbClr val="C9CEE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428750" y="2377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deck1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945" y="256763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28750" y="22402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بازار آزاد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3886200"/>
            <a:ext cx="24917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بعد از ۶ ماه، قیمت را عرضه/تقاضا تعیین می‌کند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اقتصاد ولیدیتور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منحنی هزینه‌ی ورود نمایی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252603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1/icons/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69245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پایه: ۲ میلیون سورن با صفر ولیدیتور فعال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هر ۱۶ ولیدیتور فعال جدید، این هزینه به‌طور پیوسته دوبرابر می‌شود.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92734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483489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1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500131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0005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هدف: جلوگیری از تصرف ارزان &gt;۱/۳ صندلی‌ها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36626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خرید هم‌زمان بخش بزرگی از شبکه توسط یک بازیگر واحد را نمایی گران می‌کند.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هویت، امنیت، و ریسک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معماری هویت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سه لایه‌ی مستقل احراز هویت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3640" y="17373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FF3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لایه‌ی بالا: KYC کامل (اختیاری)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لایه‌ی پایه: ولیدیتورها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46888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تصویر شخص + کارت ملی + تطبیق چهره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داده‌ی خام فقط پیش سرویس‌دهنده‌ی eKYC مجاز می‌ماند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برای گرنت/دپ‌های نیازمند احراز واقعی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فقط موبایل + تلگرام وریفای‌شده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دقیقاً همان الزام قبلی — بدون تغییر</a:t>
            </a:r>
            <a:endParaRPr lang="en-US" sz="13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کنترل کلید دست بنیاد، نه هیأت ولیدیتورها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ریسک شناخته‌شده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محدودیت بنیادین: خاموشی هماهنگ &gt;۱/۳ ولیدیتورها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252603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pic>
        <p:nvPicPr>
          <p:cNvPr id="5" name="Image 0" descr="/home/claude/deck1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69245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این یک محدودیت ریاضی خودِ مدل امنیتی BFT است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نه یک نقص طراحی — هیچ کدی نمی‌تواند آن را کاملاً حذف کند، فقط احتمال/شدتش را کم کند.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92734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483489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1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500131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0005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راهبرد کاهش: سقف نرخ ورود + منحنی هزینه‌ی نمایی + قرارداد حقوقی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36626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 یک رویه‌ی بازیابی فنی مشخص که کل state شبکه (نه فقط موجودی‌ها) را حفظ می‌کند.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مزیت‌های رقابتی و بازاریابی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پیشنهادهای زیرساختی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مزیت‌های رقابتی پیشنهادی برای دپ‌ها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1/icons/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رجیستری هویت مشترک + رجیستری رسمی کسب‌وکار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دپ‌ها به‌جای ساخت KYC مستقل، از زیرساخت مشترک استفاده می‌کنند.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1/icons/gav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داوری/حل اختلاف عمومی + سرویس ثبت‌زمان اسناد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زیرساخت‌های پرکاربرد برای دپ‌های تجاری، آماده برای استفاده‌ی مشترک.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deck1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بومی قیمت + سرویس نام‌گذاری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نیازهای رایج دپ‌های مالی، بدون وابستگی به زیرساخت خارجی.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بودجه‌ی بازاریابی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برآورد کمبود بودجه — یک واقعیت روز اول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44240" cy="2377440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44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۲۰M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91840"/>
            <a:ext cx="316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موجودی genesis برای کل بازاریابی/توسعه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21480" y="1920240"/>
            <a:ext cx="3444240" cy="2377440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21480" y="2148840"/>
            <a:ext cx="344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۳۹-۶۵M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358640" y="3291840"/>
            <a:ext cx="316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 واقعی برای اجرای کامل رودمپ (۳-۵ سال)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94320" y="1920240"/>
            <a:ext cx="3444240" cy="2377440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94320" y="2148840"/>
            <a:ext cx="344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~۲-۳x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031480" y="3291840"/>
            <a:ext cx="316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نسبت کمبود نسبت به موجودی فعلی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راه‌حل پیشنهادی: ۲۰ میلیون به‌عنوان حداقل (نه سقف) در نظر گرفته شود؛ کمبود از طریق کانال درخواست تکمیلی (هیأت‌مدیره‌ی ولیدیتورها) تأمین شود.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وضعیت حقوقی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بانک مرکزی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تفکیک صریح: توکن‌سازی در مقابل ابزار پرداخت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pic>
        <p:nvPicPr>
          <p:cNvPr id="5" name="Image 0" descr="/home/claude/deck1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ممنوعیت استفاده از رمزارز به‌عنوان ابزار پرداخت هنوز پابرجاست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به‌تازگی (آذر ۱۴۰۴) توسط معاون بانک مرکزی صریحاً تکرار شد.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1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ولی «توکن‌سازی» به‌طور صریح تشویق می‌شود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بانک مرکزی این دو مقوله را رسماً از هم جدا کرده — سورن به‌عنوان توکن utility (نه ابزار پرداخت روزمره) در دسته‌ی دوم جا می‌گیرد.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8B6F00"/>
          </a:solidFill>
          <a:ln/>
        </p:spPr>
      </p:sp>
      <p:pic>
        <p:nvPicPr>
          <p:cNvPr id="15" name="Image 2" descr="/home/claude/deck1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توکن پگ‌شده به ریال همچنان مسدود است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4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این مسیر فقط برای بانک مرکزی و بانک‌های دارای مجوز بانکی (نه نهادهای خصوصی) باز است.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D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تصمیمات باز نیازمند تأیید شما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جمع‌بندی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مهم‌ترین تصمیمات باز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دسته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مورد باز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پارامترهای امنیتی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درصد اسلش، دوره‌ی cooldown خروج ولیدیتور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بودجه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روش/زمان دقیق درخواست بودجه‌ی تکمیلی بازاریابی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حسابرسی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انتخاب تیم حسابرسی امنیتی + منبع بودجه‌اش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حقوقی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نوع دقیق ثبت حقوقی بنیاد، مشاوره‌ی حقوقی مستقل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سپیدنامه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پیشینه‌ی پروژه، تیم، نقشه‌ی راه با تاریخ مشخص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بلاک‌چین سور — ارائه به هیأت‌مدیره‌ی بنیاد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جمع‌بندی و گام‌های بعدی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فهرست کامل تصمیمات باز در سند «sur-master-open-items.md» موجود است — آماده‌ی پاسخ به سؤالات هیأت‌مدیره هستیم.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Microsoft Office PowerPoint</Application>
  <PresentationFormat>Widescreen</PresentationFormat>
  <Paragraphs>240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Alireza Zojaji</cp:lastModifiedBy>
  <cp:revision>1</cp:revision>
  <dcterms:created xsi:type="dcterms:W3CDTF">2026-08-28T06:27:34Z</dcterms:created>
  <dcterms:modified xsi:type="dcterms:W3CDTF">2026-08-28T06:51:52Z</dcterms:modified>
</cp:coreProperties>
</file>