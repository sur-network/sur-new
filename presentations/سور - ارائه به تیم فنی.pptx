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2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5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914400"/>
            <a:ext cx="411480" cy="411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2103120"/>
            <a:ext cx="411480" cy="411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3291840"/>
            <a:ext cx="411480" cy="411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11384280" y="4480560"/>
            <a:ext cx="411480" cy="411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ارائه به تیم فنی بنیاد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پیاده‌سازی فنی طرح جدید سور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معماری قراردادها، سرویس‌های آف‌چین، و زیرساخت مشترک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نمای کلی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دستور جلسه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معماری کلی: شش قرارداد ساختاری genesis-injected</a:t>
            </a:r>
            <a:endParaRPr lang="en-US" sz="1700" dirty="0"/>
          </a:p>
          <a:p>
            <a:pPr marL="0" indent="0" algn="r" rtl="1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قراردادهای اصلی: منطق، اختیارات، نقاط اعتماد</a:t>
            </a:r>
            <a:endParaRPr lang="en-US" sz="1700" dirty="0"/>
          </a:p>
          <a:p>
            <a:pPr marL="0" indent="0" algn="r" rtl="1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سرویس‌های آف‌چین: چهار سرویس و نقش هرکدام</a:t>
            </a:r>
            <a:endParaRPr lang="en-US" sz="1700" dirty="0"/>
          </a:p>
          <a:p>
            <a:pPr marL="0" indent="0" algn="r" rtl="1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زیرساخت مشترک: Vault، Docker، ابزار genesis</a:t>
            </a:r>
            <a:endParaRPr lang="en-US" sz="1700" dirty="0"/>
          </a:p>
          <a:p>
            <a:pPr marL="0" indent="0" algn="r" rtl="1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امنیت: یافته‌های بررسی اولیه و سؤالات باز فنی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C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520440" y="2880360"/>
            <a:ext cx="54864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49040" y="2834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معماری کلی: شش قرارداد genesis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آدرس‌های ثابت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شش قرارداد ساختاری و وابستگی‌ها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قرارداد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آدرس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می‌شناسد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FoundationDAO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0x1111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(کاملاً ایزوله)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BlockRewardDistributor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Treasury, 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ValidatorsRegistry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ValidatorsBoard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0x4444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Distributor, Treasury, IdentityRegistry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ValidatorsTreasury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0x5555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IdentityRegistry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0x6666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FoundationDAO (فقط چرخش کلید)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دیپلوی genesis-injected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چرا این قراردادها با تراکنش عادی دیپلوی نمی‌شوند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هرگز واقعاً روی زنجیره‌ی اصلی اجرا نمی‌شود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روی یک زنجیره‌ی موقت شبیه‌سازی می‌شود؛ فقط code و storage نهایی در alloc بلاک genesis تزریق می‌شود.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10" name="Image 1" descr="/home/claude/deck2/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نیاز به wire() بعد از دیپلوی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چون آدرس هر شش قرارداد از قبل معلوم است (SurAddresses.sol)، هرکدام آدرس بقیه را مستقیم constant می‌کنند.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B71C1C"/>
          </a:solidFill>
          <a:ln/>
        </p:spPr>
      </p:sp>
      <p:pic>
        <p:nvPicPr>
          <p:cNvPr id="15" name="Image 2" descr="/home/claude/deck2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block.timestamp داخل constructor قابل‌اتکا نیست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باید به‌عنوان آرگومان (_genesisTimestamp) پاس داده شود — جزئیات کامل در sur-contracts-deploy-notes.md.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C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520440" y="2880360"/>
            <a:ext cx="54864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49040" y="2834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قراردادهای اصلی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ValidatorsRegistry — 0x3333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منطق اصلی و نقاط حساس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منحنی fixed-point نمایی برای هزینه‌ی ورود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entryThresholdBase × growthFactorPerValidator^n — پیاده‌سازی با exponentiation-by-squaring، ۱۸ رقم دقت.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10" name="Image 1" descr="/home/claude/deck2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reportLiveness — جایگزین کامل heartbeat خوداظهاری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فقط identityOracle... خطا، فقط verifier می‌تواند صدا بزند؛ isLive=true فلگ‌ها را آپدیت می‌کند، false فقط event.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5" name="Image 2" descr="/home/claude/deck2/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اینجا فقط برای لایوینس است، نه هویت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هویت کامل (registerIdentity، KYC) به IdentityRegistry منتقل شد — این قرارداد دیگر هیچ کد هویتی ندارد.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ValidatorsBoard — 0x4444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هیأت ۵نفره، اختیارات محدود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رأی‌گیری تأییدی مستمر (voteFor/unvoteFor)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دوره‌ی زمانی؛ refreshBoard() به‌صورت permissionless هر زمان قابل‌فراخوانی است.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10" name="Image 1" descr="/home/claude/deck2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شش اختیار تفویضی — همه صریح در کد enumerate شده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چرخش oracle، تصویب بودجه‌ی کوچک، سه پارامتر اقتصادی Registry، چرخش verifier.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5" name="Image 2" descr="/home/claude/deck2/icons/fingerpr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پیش‌نیاز رأی: IDENTITY_REGISTRY.hasIdentity()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نه دیگر REGISTRY.hasIdentity — این تغییر مستقیم روی این قرارداد اثر گذاشت.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ValidatorsTreasury + BlockRewardDistributor + FoundationDAO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سه قرارداد دیگر — خلاصه‌ی فنی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قرارداد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نکته‌ی فنی کلیدی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ValidatorsTreasury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دو مسیر خرج: proposeExpenditure (رأی کامل) و boardApproveExpenditure (زیر smallBudgetCap)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BlockRewardDistributor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دریافت ریوارد/فی یک اعتبار مستقیم state-trie است — بدون event؛ محاسبه باید کامل آف‌چین (RewardRouter) انجام شود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FoundationDAO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نصاب دوگانه: AddMember/RemoveMember/SendETH = ceil(2n/3)؛ SendERC20/Execute = floor(n/2)+1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IdentityRegistry — 0x6666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معماری سه‌لایه، ششمین قرارداد ساختاری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لایه ۱و۲: خوداظهاری + وریفای موبایل/تلگرام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منتقل‌شده از ValidatorsRegistry، بدون تغییر منطقی — فقط جای قرارگیری عوض شد.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10" name="Image 1" descr="/home/claude/deck2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لایه ۳: kycVerified + kycCommitment (اختیاری)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فقط هش نمکین برای اثبات عدم‌دستکاری در دعاوی — هرگز برای matching استفاده نمی‌شود.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5" name="Image 2" descr="/home/claude/deck2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migrateIdentity — بازیابی هویت بعد از گم‌شدن کلید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فقط identityOracle؛ آدرس قدیم برای همیشه با فلگ migratedTo غیرفعال می‌شود، رکورد حذف نمی‌شود.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SurenSale — قرارداد جدا (نه genesis)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فروش خودکار دوره‌ی قیمت ثابت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5" name="Image 0" descr="/home/claude/deck2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currentPriceToman() کاملاً مستقل از هر گزارشی محاسبه می‌شود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جدول ۶ماهه‌ی هاردکد از block.timestamp؛ paymentOracle فقط می‌تواند ادعای پرداخت کند، نه قیمت را دستکاری کند.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0" name="Image 1" descr="/home/claude/deck2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processedPayments — جلوگیری از پردازش دوباره‌ی یک پرداخت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شناسه‌ی یکتای هر پرداخت (مثلاً کد پیگیری درگاه) یک‌بار مصرف است.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B71C1C"/>
          </a:solidFill>
          <a:ln/>
        </p:spPr>
      </p:sp>
      <p:pic>
        <p:nvPicPr>
          <p:cNvPr id="15" name="Image 2" descr="/home/claude/deck2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تأمین مالی دوره‌ای، نه یک‌جا — توصیه‌ی امنیتی صریح در کد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سقف زیان یک paymentOracle هک‌شده باید محدود به همان تزریق دوره‌ای بماند.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C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520440" y="2880360"/>
            <a:ext cx="54864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49040" y="2834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سرویس‌های آف‌چین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چهار سرویس مستقل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نقش هرکدام و کلید عملیاتی‌شان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سرویس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نقش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کلید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RewardRouter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محاسبه و توزیع دوره‌ای ریوارد/فی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distributionOracle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احراز موبایل/تلگرام + گزارش liveness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(در ValidatorsRegistry)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PaymentReporter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گزارش پرداخت تأییدشده به SurenSale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paymentOracle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 Service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یکپارچه‌سازی eKYC + matching API برای دپ‌ها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identityOracle (در IdentityRegistry)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RewardRouter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جریان کاری هر epoch (~۲۳ ساعت)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58977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65" y="2567635"/>
            <a:ext cx="351130" cy="3511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7148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57148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0966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اسکن بلاک‌ها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70966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از last_scanned تا head — بدون margin (QBFT نهایی‌شدن فوری دارد)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81060" y="2743200"/>
            <a:ext cx="228600" cy="0"/>
          </a:xfrm>
          <a:prstGeom prst="line">
            <a:avLst/>
          </a:prstGeom>
          <a:noFill/>
          <a:ln w="19050">
            <a:solidFill>
              <a:srgbClr val="C6D0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6943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2" name="Image 1" descr="/home/claude/deck2/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625" y="2567635"/>
            <a:ext cx="351130" cy="35113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114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114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trace_block + receipt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ریوارد از trace، فی از gasUsed×effectiveGasPrice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60720" y="2743200"/>
            <a:ext cx="228600" cy="0"/>
          </a:xfrm>
          <a:prstGeom prst="line">
            <a:avLst/>
          </a:prstGeom>
          <a:noFill/>
          <a:ln w="19050">
            <a:solidFill>
              <a:srgbClr val="C6D0D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4909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9" name="Image 2" descr="/home/claude/deck2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285" y="2567635"/>
            <a:ext cx="351130" cy="35113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13080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3080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26898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+ چک isValidator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326898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فقط آدرس‌های هنوز معتبر لحظه‌ی ارسال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040380" y="2743200"/>
            <a:ext cx="228600" cy="0"/>
          </a:xfrm>
          <a:prstGeom prst="line">
            <a:avLst/>
          </a:prstGeom>
          <a:noFill/>
          <a:ln w="19050">
            <a:solidFill>
              <a:srgbClr val="C6D0D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42875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26" name="Image 3" descr="/home/claude/deck2/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945" y="2567635"/>
            <a:ext cx="351130" cy="35113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41046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141046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distributeRewards()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امضا با کلید Vault؛ state فقط بعد از تأیید واقعی commit می‌شود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کشف IP از admin_peers، نه خوداظهاری خام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ولیدیتور فقط nodeID (بخش ثابت enode) را ثبت می‌کند، نه IP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نود مانیتورینگ verifier با admin_peers، IP فعلی را زنده از لایه‌ی P2P می‌خواند.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10" name="Image 1" descr="/home/claude/deck2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الگوریتم دقیق: Probation = حضور در admin_peers، Active = تولید واقعی بلاک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پنجره‌ی ~۱۲۰۰ بلاک اخیر (۱ ساعت با blockperiodseconds=3)؛ حداقل یک بلاک کافی است.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5" name="Image 2" descr="/home/claude/deck2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افزونگی: ۲-۳ نمونه‌ی polling مستقل + یک سرویس امضای مشترک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ارزان و تکرارپذیر؛ امضا متمرکز و امن (Vault) — جدا از هم طراحی شده‌اند.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PaymentReporter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واسط بین درگاه پرداخت و SurenSale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58977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965" y="2567635"/>
            <a:ext cx="351130" cy="3511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7148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57148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0966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دریافت webhook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70966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از درگاه پرداخت بانکی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81060" y="2743200"/>
            <a:ext cx="228600" cy="0"/>
          </a:xfrm>
          <a:prstGeom prst="line">
            <a:avLst/>
          </a:prstGeom>
          <a:noFill/>
          <a:ln w="19050">
            <a:solidFill>
              <a:srgbClr val="C6D0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6943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2" name="Image 1" descr="/home/claude/deck2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625" y="2567635"/>
            <a:ext cx="351130" cy="35113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114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114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تأیید مستقل مجدد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هرگز فقط به webhook اعتماد نمی‌شود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60720" y="2743200"/>
            <a:ext cx="228600" cy="0"/>
          </a:xfrm>
          <a:prstGeom prst="line">
            <a:avLst/>
          </a:prstGeom>
          <a:noFill/>
          <a:ln w="19050">
            <a:solidFill>
              <a:srgbClr val="C6D0D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4909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9" name="Image 2" descr="/home/claude/deck2/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285" y="2567635"/>
            <a:ext cx="351130" cy="35113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13080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3080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26898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reportPayment()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326898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امضا با کلید Vault، جدا از verifier/distributionOracle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040380" y="2743200"/>
            <a:ext cx="228600" cy="0"/>
          </a:xfrm>
          <a:prstGeom prst="line">
            <a:avLst/>
          </a:prstGeom>
          <a:noFill/>
          <a:ln w="19050">
            <a:solidFill>
              <a:srgbClr val="C6D0D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428750" y="2377440"/>
            <a:ext cx="731520" cy="73152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26" name="Image 3" descr="/home/claude/deck2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945" y="2567635"/>
            <a:ext cx="351130" cy="35113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410462" y="2240280"/>
            <a:ext cx="329184" cy="329184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141046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333756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خطا = پیجینگ فوری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384048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سناریوی «پول گرفته، سورن نرفته» نیازمند رسیدگی دستی سریع است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Service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یکپارچه‌سازی eKYC و matching API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52603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5" name="Image 0" descr="/home/claude/deck2/icons/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69245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کوئری «تطبیق» همیشه API آف‌چین است، هرگز تراکنش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چون خودِ پارامتر ورودی تراکنش هم در calldata عمومی زنجیره قابل‌مشاهده است.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2734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483489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0" name="Image 1" descr="/home/claude/deck2/icons/sec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500131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0005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داده‌ی خام (تصویر، بیومتریک) فقط پیش سرویس‌دهنده‌ی eKYC می‌ماند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6626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فقط نتیجه (verified: true/false) و یک session reference نگه می‌داریم.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C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520440" y="2880360"/>
            <a:ext cx="54864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49040" y="2834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زیرساخت مشترک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استاندارد پروژه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HashiCorp Vault + Docker Compose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14122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5" name="Image 0" descr="/home/claude/deck2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307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همه‌ی کلیدهای عملیاتی در Vault — نه env variable خام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distributionOracle، verifier، paymentOracle، identityOracle — هرکدام policy/token جدا.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772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368046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0" name="Image 1" descr="/home/claude/deck2/icons/do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38468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230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هر سرویس آف‌چین: نود مانیتورینگ/RPC + signer + poller جدا در کانتینر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9664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الگوی یکسان در هر چهار سرویس، برای نگه‌داری ساده‌تر و افزونگی مستقل هرکدام.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9696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521970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15" name="Image 2" descr="/home/claude/deck2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381" y="53861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77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برای هر سرویس — هماهنگ در کل پروژه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35880"/>
            <a:ext cx="91440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کافی برای سرویس‌های تک‌پردازشی و زمان‌بندی‌شده؛ نیازی به دیتابیس سرور جدا نیست.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 genesis + بلاک اکسپلورر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زیرساخت راه‌اندازی و شفافیت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66960" y="2526030"/>
            <a:ext cx="640080" cy="640080"/>
          </a:xfrm>
          <a:prstGeom prst="ellipse">
            <a:avLst/>
          </a:prstGeom>
          <a:solidFill>
            <a:srgbClr val="263238"/>
          </a:solidFill>
          <a:ln/>
        </p:spPr>
      </p:sp>
      <p:pic>
        <p:nvPicPr>
          <p:cNvPr id="5" name="Image 0" descr="/home/claude/deck2/icons/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81" y="269245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 ساخت genesis.json — هنوز اجرا نشده، فقط طراحی شده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5740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دیپلوی هر شش قرارداد روی زنجیره‌ی موقت (Anvil/Hardhat)، استخراج code+storage، نوشتن در alloc.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27348"/>
            <a:ext cx="10881360" cy="0"/>
          </a:xfrm>
          <a:prstGeom prst="line">
            <a:avLst/>
          </a:prstGeom>
          <a:noFill/>
          <a:ln w="12700">
            <a:solidFill>
              <a:srgbClr val="E0E6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0" y="4834890"/>
            <a:ext cx="640080" cy="640080"/>
          </a:xfrm>
          <a:prstGeom prst="ellipse">
            <a:avLst/>
          </a:prstGeom>
          <a:solidFill>
            <a:srgbClr val="00BFA5"/>
          </a:solidFill>
          <a:ln/>
        </p:spPr>
      </p:sp>
      <p:pic>
        <p:nvPicPr>
          <p:cNvPr id="10" name="Image 1" descr="/home/claude/deck2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500131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0005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بلاک اکسپلورر: Blockscout — فقط پیکربندی، نه توسعه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66260"/>
            <a:ext cx="914400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1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 به RPC سور، chainId=262، verify کردن سورس هر شش قرارداد.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600" b="1" dirty="0">
                <a:solidFill>
                  <a:srgbClr val="3C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520440" y="2880360"/>
            <a:ext cx="54864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49040" y="2834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امنیت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 در FoundationDAO — بدون nonReentrant، ولی امن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یافته‌ی بررسی دستی اولیه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2632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_vote(...) private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p.status == Pending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(p.votes &gt;= required)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_execute(p);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status set to Executed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BEFORE external .call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6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۹ محل .call{value...} در کل مجموعه — همه require(success) دارند</a:t>
            </a:r>
            <a:endParaRPr lang="en-US" sz="1300" dirty="0"/>
          </a:p>
          <a:p>
            <a:pPr marL="0" indent="0" algn="r" rtl="1">
              <a:spcAft>
                <a:spcPts val="16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FoundationDAO بدون nonReentrant، ولی CEI pattern درست رعایت شده</a:t>
            </a:r>
            <a:endParaRPr lang="en-US" sz="1300" dirty="0"/>
          </a:p>
          <a:p>
            <a:pPr marL="0" indent="0" algn="r" rtl="1">
              <a:spcAft>
                <a:spcPts val="16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ValidatorsRegistry/Treasury/BlockRewardDistributor از nonReentrant استفاده می‌کنند</a:t>
            </a:r>
            <a:endParaRPr lang="en-US" sz="1300" dirty="0"/>
          </a:p>
          <a:p>
            <a:pPr marL="0" indent="0" algn="r" rtl="1">
              <a:spcAft>
                <a:spcPts val="16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این فقط یک الگو بود — دامنه‌ی کامل حسابرسی رسمی باید ادامه یابد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برای تیم فنی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سؤالات فنی باز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مورد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وضعیت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نصاب دوسوم برای چرخش paymentOracle اگر مبالغ بزرگ‌تر شد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نیازمند تغییر کد FoundationDAO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عدد دقیق CONFIRMATIONS برای RewardRouter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حل شد — حذف کامل (QBFT نهایی‌شدن فوری)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یکسان‌سازی کتابخانه (viem/ethers.js) بین سرویس‌ها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حل شد — هر دو روی viem یکسان شدند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اجرای واقعی ابزار genesis.json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هنوز انجام نشده — طراحی کامل، پیاده‌سازی باقی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انتخاب شرکت حسابرسی امنیتی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باز — sur-security-audit-plan.md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پیاده‌سازی فنی طرح جدید سور — تیم فنی بنیاد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جمع‌بندی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جزئیات کامل هر سرویس/قرارداد در پوشه‌های contracts/ و offchain-services/ موجود است — آماده‌ی شروع پیاده‌سازی هستیم.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1609</Words>
  <Application>Microsoft Office PowerPoint</Application>
  <PresentationFormat>Widescreen</PresentationFormat>
  <Paragraphs>268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Alireza Zojaji</cp:lastModifiedBy>
  <cp:revision>1</cp:revision>
  <dcterms:created xsi:type="dcterms:W3CDTF">2026-08-28T06:34:39Z</dcterms:created>
  <dcterms:modified xsi:type="dcterms:W3CDTF">2026-08-28T06:52:16Z</dcterms:modified>
</cp:coreProperties>
</file>